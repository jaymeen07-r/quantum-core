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0" r:id="rId4"/>
    <p:sldId id="271" r:id="rId5"/>
    <p:sldId id="261" r:id="rId6"/>
    <p:sldId id="264" r:id="rId7"/>
    <p:sldId id="26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0BF816F-F15F-424D-AA96-CD91B79AEA3D}">
          <p14:sldIdLst>
            <p14:sldId id="256"/>
            <p14:sldId id="257"/>
            <p14:sldId id="270"/>
            <p14:sldId id="271"/>
            <p14:sldId id="261"/>
            <p14:sldId id="264"/>
            <p14:sldId id="266"/>
          </p14:sldIdLst>
        </p14:section>
        <p14:section name="Untitled Section" id="{3B2C0D80-6F13-4007-AF66-F4A39B49E8F4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33BE24-2C37-4445-A91B-4F1F777D29DE}" v="5" dt="2026-01-02T18:54:04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meen Vaghela" userId="26e1af0152e390a1" providerId="LiveId" clId="{1CE86703-55C9-490E-A039-D67002ABA960}"/>
    <pc:docChg chg="undo custSel addSld delSld modSld modSection">
      <pc:chgData name="Jaymeen Vaghela" userId="26e1af0152e390a1" providerId="LiveId" clId="{1CE86703-55C9-490E-A039-D67002ABA960}" dt="2026-01-02T18:55:09.342" v="137" actId="47"/>
      <pc:docMkLst>
        <pc:docMk/>
      </pc:docMkLst>
      <pc:sldChg chg="addSp modSp new del mod">
        <pc:chgData name="Jaymeen Vaghela" userId="26e1af0152e390a1" providerId="LiveId" clId="{1CE86703-55C9-490E-A039-D67002ABA960}" dt="2026-01-02T18:55:09.342" v="137" actId="47"/>
        <pc:sldMkLst>
          <pc:docMk/>
          <pc:sldMk cId="1173259725" sldId="272"/>
        </pc:sldMkLst>
        <pc:picChg chg="add mod">
          <ac:chgData name="Jaymeen Vaghela" userId="26e1af0152e390a1" providerId="LiveId" clId="{1CE86703-55C9-490E-A039-D67002ABA960}" dt="2026-01-02T18:48:26.495" v="119" actId="1076"/>
          <ac:picMkLst>
            <pc:docMk/>
            <pc:sldMk cId="1173259725" sldId="272"/>
            <ac:picMk id="5" creationId="{D784EF51-5196-94D6-5A60-31FD0D9419AC}"/>
          </ac:picMkLst>
        </pc:picChg>
      </pc:sldChg>
      <pc:sldChg chg="addSp delSp modSp add del mod">
        <pc:chgData name="Jaymeen Vaghela" userId="26e1af0152e390a1" providerId="LiveId" clId="{1CE86703-55C9-490E-A039-D67002ABA960}" dt="2026-01-02T18:55:07.423" v="136" actId="47"/>
        <pc:sldMkLst>
          <pc:docMk/>
          <pc:sldMk cId="1748842545" sldId="273"/>
        </pc:sldMkLst>
        <pc:spChg chg="add del">
          <ac:chgData name="Jaymeen Vaghela" userId="26e1af0152e390a1" providerId="LiveId" clId="{1CE86703-55C9-490E-A039-D67002ABA960}" dt="2026-01-02T18:44:00.947" v="46" actId="478"/>
          <ac:spMkLst>
            <pc:docMk/>
            <pc:sldMk cId="1748842545" sldId="273"/>
            <ac:spMk id="7" creationId="{DF2034ED-A8A4-6CAF-C8C5-6380DC201663}"/>
          </ac:spMkLst>
        </pc:spChg>
        <pc:spChg chg="add del">
          <ac:chgData name="Jaymeen Vaghela" userId="26e1af0152e390a1" providerId="LiveId" clId="{1CE86703-55C9-490E-A039-D67002ABA960}" dt="2026-01-02T18:44:22.468" v="53" actId="478"/>
          <ac:spMkLst>
            <pc:docMk/>
            <pc:sldMk cId="1748842545" sldId="273"/>
            <ac:spMk id="8" creationId="{E4BDEB9B-5C81-2371-0AB1-DD7964F47572}"/>
          </ac:spMkLst>
        </pc:spChg>
        <pc:spChg chg="del">
          <ac:chgData name="Jaymeen Vaghela" userId="26e1af0152e390a1" providerId="LiveId" clId="{1CE86703-55C9-490E-A039-D67002ABA960}" dt="2026-01-02T18:42:57.251" v="24" actId="478"/>
          <ac:spMkLst>
            <pc:docMk/>
            <pc:sldMk cId="1748842545" sldId="273"/>
            <ac:spMk id="9" creationId="{C3609448-5961-0FEE-F6E7-346A2C372442}"/>
          </ac:spMkLst>
        </pc:spChg>
        <pc:spChg chg="del">
          <ac:chgData name="Jaymeen Vaghela" userId="26e1af0152e390a1" providerId="LiveId" clId="{1CE86703-55C9-490E-A039-D67002ABA960}" dt="2026-01-02T18:43:24.104" v="34" actId="478"/>
          <ac:spMkLst>
            <pc:docMk/>
            <pc:sldMk cId="1748842545" sldId="273"/>
            <ac:spMk id="18" creationId="{CD8A7F4F-D169-00AD-80CC-A556021E2FF8}"/>
          </ac:spMkLst>
        </pc:spChg>
        <pc:spChg chg="del">
          <ac:chgData name="Jaymeen Vaghela" userId="26e1af0152e390a1" providerId="LiveId" clId="{1CE86703-55C9-490E-A039-D67002ABA960}" dt="2026-01-02T18:43:11.143" v="29" actId="478"/>
          <ac:spMkLst>
            <pc:docMk/>
            <pc:sldMk cId="1748842545" sldId="273"/>
            <ac:spMk id="19" creationId="{FDFA7F82-829F-8D6D-71C7-EAA178869EE1}"/>
          </ac:spMkLst>
        </pc:spChg>
        <pc:spChg chg="del">
          <ac:chgData name="Jaymeen Vaghela" userId="26e1af0152e390a1" providerId="LiveId" clId="{1CE86703-55C9-490E-A039-D67002ABA960}" dt="2026-01-02T18:43:30.594" v="35" actId="478"/>
          <ac:spMkLst>
            <pc:docMk/>
            <pc:sldMk cId="1748842545" sldId="273"/>
            <ac:spMk id="28" creationId="{BE621FFE-6499-419A-152E-2791D8BB3CC1}"/>
          </ac:spMkLst>
        </pc:spChg>
        <pc:spChg chg="del">
          <ac:chgData name="Jaymeen Vaghela" userId="26e1af0152e390a1" providerId="LiveId" clId="{1CE86703-55C9-490E-A039-D67002ABA960}" dt="2026-01-02T18:44:07.820" v="49" actId="478"/>
          <ac:spMkLst>
            <pc:docMk/>
            <pc:sldMk cId="1748842545" sldId="273"/>
            <ac:spMk id="31" creationId="{7311632A-E6B9-8F7C-C5F4-169B91F71C8A}"/>
          </ac:spMkLst>
        </pc:spChg>
        <pc:spChg chg="del">
          <ac:chgData name="Jaymeen Vaghela" userId="26e1af0152e390a1" providerId="LiveId" clId="{1CE86703-55C9-490E-A039-D67002ABA960}" dt="2026-01-02T18:43:20.772" v="33" actId="478"/>
          <ac:spMkLst>
            <pc:docMk/>
            <pc:sldMk cId="1748842545" sldId="273"/>
            <ac:spMk id="35" creationId="{D537D76A-9EDA-E8DC-8912-FF5ABE616C49}"/>
          </ac:spMkLst>
        </pc:spChg>
        <pc:spChg chg="del">
          <ac:chgData name="Jaymeen Vaghela" userId="26e1af0152e390a1" providerId="LiveId" clId="{1CE86703-55C9-490E-A039-D67002ABA960}" dt="2026-01-02T18:47:27.997" v="101" actId="478"/>
          <ac:spMkLst>
            <pc:docMk/>
            <pc:sldMk cId="1748842545" sldId="273"/>
            <ac:spMk id="48" creationId="{C73AC350-738D-ED5F-70AC-E9CFBB421837}"/>
          </ac:spMkLst>
        </pc:spChg>
        <pc:spChg chg="del mod">
          <ac:chgData name="Jaymeen Vaghela" userId="26e1af0152e390a1" providerId="LiveId" clId="{1CE86703-55C9-490E-A039-D67002ABA960}" dt="2026-01-02T18:47:16.620" v="98" actId="478"/>
          <ac:spMkLst>
            <pc:docMk/>
            <pc:sldMk cId="1748842545" sldId="273"/>
            <ac:spMk id="49" creationId="{FC45CFD0-C7A6-AAC7-4A98-F14E0DB0374B}"/>
          </ac:spMkLst>
        </pc:spChg>
        <pc:spChg chg="del mod">
          <ac:chgData name="Jaymeen Vaghela" userId="26e1af0152e390a1" providerId="LiveId" clId="{1CE86703-55C9-490E-A039-D67002ABA960}" dt="2026-01-02T18:48:00.245" v="112" actId="478"/>
          <ac:spMkLst>
            <pc:docMk/>
            <pc:sldMk cId="1748842545" sldId="273"/>
            <ac:spMk id="51" creationId="{36E56F4B-E54A-9544-B1F1-A42FD2EFB504}"/>
          </ac:spMkLst>
        </pc:spChg>
        <pc:spChg chg="del mod">
          <ac:chgData name="Jaymeen Vaghela" userId="26e1af0152e390a1" providerId="LiveId" clId="{1CE86703-55C9-490E-A039-D67002ABA960}" dt="2026-01-02T18:47:32.139" v="103" actId="478"/>
          <ac:spMkLst>
            <pc:docMk/>
            <pc:sldMk cId="1748842545" sldId="273"/>
            <ac:spMk id="60" creationId="{7F990F5B-D7F2-6CFD-AC7E-8F06CC6FFB83}"/>
          </ac:spMkLst>
        </pc:spChg>
        <pc:spChg chg="del">
          <ac:chgData name="Jaymeen Vaghela" userId="26e1af0152e390a1" providerId="LiveId" clId="{1CE86703-55C9-490E-A039-D67002ABA960}" dt="2026-01-02T18:44:26.484" v="54" actId="478"/>
          <ac:spMkLst>
            <pc:docMk/>
            <pc:sldMk cId="1748842545" sldId="273"/>
            <ac:spMk id="77" creationId="{3B3B70E4-D402-DE5E-E0DD-B243B8650492}"/>
          </ac:spMkLst>
        </pc:spChg>
        <pc:spChg chg="del">
          <ac:chgData name="Jaymeen Vaghela" userId="26e1af0152e390a1" providerId="LiveId" clId="{1CE86703-55C9-490E-A039-D67002ABA960}" dt="2026-01-02T18:45:23.136" v="71" actId="478"/>
          <ac:spMkLst>
            <pc:docMk/>
            <pc:sldMk cId="1748842545" sldId="273"/>
            <ac:spMk id="90" creationId="{B6C62A59-B700-9CC4-BD10-83239DBC2036}"/>
          </ac:spMkLst>
        </pc:spChg>
        <pc:spChg chg="del">
          <ac:chgData name="Jaymeen Vaghela" userId="26e1af0152e390a1" providerId="LiveId" clId="{1CE86703-55C9-490E-A039-D67002ABA960}" dt="2026-01-02T18:46:48.354" v="85" actId="478"/>
          <ac:spMkLst>
            <pc:docMk/>
            <pc:sldMk cId="1748842545" sldId="273"/>
            <ac:spMk id="91" creationId="{EB4A1059-545D-B14C-E9E7-86F3C6A1B90F}"/>
          </ac:spMkLst>
        </pc:spChg>
        <pc:spChg chg="del">
          <ac:chgData name="Jaymeen Vaghela" userId="26e1af0152e390a1" providerId="LiveId" clId="{1CE86703-55C9-490E-A039-D67002ABA960}" dt="2026-01-02T18:46:31.122" v="76" actId="478"/>
          <ac:spMkLst>
            <pc:docMk/>
            <pc:sldMk cId="1748842545" sldId="273"/>
            <ac:spMk id="111" creationId="{25E3974D-ADC2-1DF9-AC35-C5E182E768AD}"/>
          </ac:spMkLst>
        </pc:spChg>
        <pc:spChg chg="mod">
          <ac:chgData name="Jaymeen Vaghela" userId="26e1af0152e390a1" providerId="LiveId" clId="{1CE86703-55C9-490E-A039-D67002ABA960}" dt="2026-01-02T18:43:15.248" v="31" actId="6549"/>
          <ac:spMkLst>
            <pc:docMk/>
            <pc:sldMk cId="1748842545" sldId="273"/>
            <ac:spMk id="160" creationId="{F07F330E-1517-BCCC-2D8D-4CAC9AFD488B}"/>
          </ac:spMkLst>
        </pc:spChg>
        <pc:spChg chg="add del mod">
          <ac:chgData name="Jaymeen Vaghela" userId="26e1af0152e390a1" providerId="LiveId" clId="{1CE86703-55C9-490E-A039-D67002ABA960}" dt="2026-01-02T18:46:23.177" v="75" actId="478"/>
          <ac:spMkLst>
            <pc:docMk/>
            <pc:sldMk cId="1748842545" sldId="273"/>
            <ac:spMk id="239" creationId="{57EEE6C6-AEE4-3AA7-8FC9-502129857CD8}"/>
          </ac:spMkLst>
        </pc:spChg>
        <pc:spChg chg="del mod">
          <ac:chgData name="Jaymeen Vaghela" userId="26e1af0152e390a1" providerId="LiveId" clId="{1CE86703-55C9-490E-A039-D67002ABA960}" dt="2026-01-02T18:43:04.553" v="27" actId="478"/>
          <ac:spMkLst>
            <pc:docMk/>
            <pc:sldMk cId="1748842545" sldId="273"/>
            <ac:spMk id="248" creationId="{84611AB5-76CE-167B-6420-AC6852421A16}"/>
          </ac:spMkLst>
        </pc:spChg>
        <pc:spChg chg="del">
          <ac:chgData name="Jaymeen Vaghela" userId="26e1af0152e390a1" providerId="LiveId" clId="{1CE86703-55C9-490E-A039-D67002ABA960}" dt="2026-01-02T18:43:07.989" v="28" actId="478"/>
          <ac:spMkLst>
            <pc:docMk/>
            <pc:sldMk cId="1748842545" sldId="273"/>
            <ac:spMk id="257" creationId="{A51C6C50-F0D2-8593-8456-F1EBA0C6DD30}"/>
          </ac:spMkLst>
        </pc:spChg>
        <pc:spChg chg="del">
          <ac:chgData name="Jaymeen Vaghela" userId="26e1af0152e390a1" providerId="LiveId" clId="{1CE86703-55C9-490E-A039-D67002ABA960}" dt="2026-01-02T18:41:50.550" v="5" actId="478"/>
          <ac:spMkLst>
            <pc:docMk/>
            <pc:sldMk cId="1748842545" sldId="273"/>
            <ac:spMk id="295" creationId="{234E4C39-3BA2-9AB7-B508-4A8F32A6A8B8}"/>
          </ac:spMkLst>
        </pc:spChg>
        <pc:spChg chg="del">
          <ac:chgData name="Jaymeen Vaghela" userId="26e1af0152e390a1" providerId="LiveId" clId="{1CE86703-55C9-490E-A039-D67002ABA960}" dt="2026-01-02T18:43:01.849" v="25" actId="478"/>
          <ac:spMkLst>
            <pc:docMk/>
            <pc:sldMk cId="1748842545" sldId="273"/>
            <ac:spMk id="316" creationId="{1528F908-0B9F-9276-D9FB-EC6AEC25A227}"/>
          </ac:spMkLst>
        </pc:spChg>
        <pc:spChg chg="del mod">
          <ac:chgData name="Jaymeen Vaghela" userId="26e1af0152e390a1" providerId="LiveId" clId="{1CE86703-55C9-490E-A039-D67002ABA960}" dt="2026-01-02T18:41:57.752" v="7" actId="478"/>
          <ac:spMkLst>
            <pc:docMk/>
            <pc:sldMk cId="1748842545" sldId="273"/>
            <ac:spMk id="326" creationId="{880C2255-5FDD-B0E2-42FD-8C434C40F35A}"/>
          </ac:spMkLst>
        </pc:spChg>
        <pc:spChg chg="del mod">
          <ac:chgData name="Jaymeen Vaghela" userId="26e1af0152e390a1" providerId="LiveId" clId="{1CE86703-55C9-490E-A039-D67002ABA960}" dt="2026-01-02T18:42:50.689" v="21" actId="478"/>
          <ac:spMkLst>
            <pc:docMk/>
            <pc:sldMk cId="1748842545" sldId="273"/>
            <ac:spMk id="337" creationId="{DDDA2357-FFE8-442B-0742-1E37FB437898}"/>
          </ac:spMkLst>
        </pc:spChg>
        <pc:spChg chg="del">
          <ac:chgData name="Jaymeen Vaghela" userId="26e1af0152e390a1" providerId="LiveId" clId="{1CE86703-55C9-490E-A039-D67002ABA960}" dt="2026-01-02T18:42:36.099" v="14" actId="478"/>
          <ac:spMkLst>
            <pc:docMk/>
            <pc:sldMk cId="1748842545" sldId="273"/>
            <ac:spMk id="338" creationId="{12E38D40-FD93-E3CA-FDB9-FBF1DDDE3780}"/>
          </ac:spMkLst>
        </pc:spChg>
        <pc:grpChg chg="add del">
          <ac:chgData name="Jaymeen Vaghela" userId="26e1af0152e390a1" providerId="LiveId" clId="{1CE86703-55C9-490E-A039-D67002ABA960}" dt="2026-01-02T18:54:20.433" v="131" actId="478"/>
          <ac:grpSpMkLst>
            <pc:docMk/>
            <pc:sldMk cId="1748842545" sldId="273"/>
            <ac:grpSpMk id="124" creationId="{08D1F614-5395-3762-A102-B845A97A736C}"/>
          </ac:grpSpMkLst>
        </pc:grpChg>
        <pc:grpChg chg="del">
          <ac:chgData name="Jaymeen Vaghela" userId="26e1af0152e390a1" providerId="LiveId" clId="{1CE86703-55C9-490E-A039-D67002ABA960}" dt="2026-01-02T18:43:17.396" v="32" actId="478"/>
          <ac:grpSpMkLst>
            <pc:docMk/>
            <pc:sldMk cId="1748842545" sldId="273"/>
            <ac:grpSpMk id="247" creationId="{56DED5B2-7740-8291-D353-AAB99B6C8451}"/>
          </ac:grpSpMkLst>
        </pc:grpChg>
        <pc:grpChg chg="add del">
          <ac:chgData name="Jaymeen Vaghela" userId="26e1af0152e390a1" providerId="LiveId" clId="{1CE86703-55C9-490E-A039-D67002ABA960}" dt="2026-01-02T18:44:04.339" v="48" actId="478"/>
          <ac:grpSpMkLst>
            <pc:docMk/>
            <pc:sldMk cId="1748842545" sldId="273"/>
            <ac:grpSpMk id="340" creationId="{67BB55C6-1ABB-D27B-CA39-E402ACF63524}"/>
          </ac:grpSpMkLst>
        </pc:grpChg>
        <pc:picChg chg="add del mod">
          <ac:chgData name="Jaymeen Vaghela" userId="26e1af0152e390a1" providerId="LiveId" clId="{1CE86703-55C9-490E-A039-D67002ABA960}" dt="2026-01-02T18:49:28.660" v="125" actId="478"/>
          <ac:picMkLst>
            <pc:docMk/>
            <pc:sldMk cId="1748842545" sldId="273"/>
            <ac:picMk id="3" creationId="{EC72E404-E26A-8677-3B98-7399F868682F}"/>
          </ac:picMkLst>
        </pc:picChg>
        <pc:picChg chg="mod">
          <ac:chgData name="Jaymeen Vaghela" userId="26e1af0152e390a1" providerId="LiveId" clId="{1CE86703-55C9-490E-A039-D67002ABA960}" dt="2026-01-02T18:45:32.642" v="73" actId="1076"/>
          <ac:picMkLst>
            <pc:docMk/>
            <pc:sldMk cId="1748842545" sldId="273"/>
            <ac:picMk id="5" creationId="{6A53E830-946C-B06F-26BD-B69ED375D078}"/>
          </ac:picMkLst>
        </pc:picChg>
        <pc:picChg chg="add mod">
          <ac:chgData name="Jaymeen Vaghela" userId="26e1af0152e390a1" providerId="LiveId" clId="{1CE86703-55C9-490E-A039-D67002ABA960}" dt="2026-01-02T18:55:05.849" v="135" actId="1076"/>
          <ac:picMkLst>
            <pc:docMk/>
            <pc:sldMk cId="1748842545" sldId="273"/>
            <ac:picMk id="10" creationId="{646CEB83-A601-DAC2-3C65-46EA84E2CF58}"/>
          </ac:picMkLst>
        </pc:picChg>
        <pc:cxnChg chg="del">
          <ac:chgData name="Jaymeen Vaghela" userId="26e1af0152e390a1" providerId="LiveId" clId="{1CE86703-55C9-490E-A039-D67002ABA960}" dt="2026-01-02T18:45:04.010" v="64" actId="478"/>
          <ac:cxnSpMkLst>
            <pc:docMk/>
            <pc:sldMk cId="1748842545" sldId="273"/>
            <ac:cxnSpMk id="11" creationId="{7B9FEB7A-3C7B-68F6-F6FC-2E73E26BC84E}"/>
          </ac:cxnSpMkLst>
        </pc:cxnChg>
        <pc:cxnChg chg="del">
          <ac:chgData name="Jaymeen Vaghela" userId="26e1af0152e390a1" providerId="LiveId" clId="{1CE86703-55C9-490E-A039-D67002ABA960}" dt="2026-01-02T18:44:35.407" v="58" actId="478"/>
          <ac:cxnSpMkLst>
            <pc:docMk/>
            <pc:sldMk cId="1748842545" sldId="273"/>
            <ac:cxnSpMk id="13" creationId="{387F640F-84A5-8730-E8E1-982A68912217}"/>
          </ac:cxnSpMkLst>
        </pc:cxnChg>
        <pc:cxnChg chg="del">
          <ac:chgData name="Jaymeen Vaghela" userId="26e1af0152e390a1" providerId="LiveId" clId="{1CE86703-55C9-490E-A039-D67002ABA960}" dt="2026-01-02T18:47:10.144" v="95" actId="478"/>
          <ac:cxnSpMkLst>
            <pc:docMk/>
            <pc:sldMk cId="1748842545" sldId="273"/>
            <ac:cxnSpMk id="21" creationId="{2F0E28DB-62AC-1E47-DF2B-21A2308B7517}"/>
          </ac:cxnSpMkLst>
        </pc:cxnChg>
        <pc:cxnChg chg="del">
          <ac:chgData name="Jaymeen Vaghela" userId="26e1af0152e390a1" providerId="LiveId" clId="{1CE86703-55C9-490E-A039-D67002ABA960}" dt="2026-01-02T18:45:07.392" v="65" actId="478"/>
          <ac:cxnSpMkLst>
            <pc:docMk/>
            <pc:sldMk cId="1748842545" sldId="273"/>
            <ac:cxnSpMk id="22" creationId="{5A1122A7-235B-71CC-C4B1-DF90B285AF9D}"/>
          </ac:cxnSpMkLst>
        </pc:cxnChg>
        <pc:cxnChg chg="del">
          <ac:chgData name="Jaymeen Vaghela" userId="26e1af0152e390a1" providerId="LiveId" clId="{1CE86703-55C9-490E-A039-D67002ABA960}" dt="2026-01-02T18:44:30.800" v="55" actId="478"/>
          <ac:cxnSpMkLst>
            <pc:docMk/>
            <pc:sldMk cId="1748842545" sldId="273"/>
            <ac:cxnSpMk id="23" creationId="{02A04A5F-0F31-4FBC-2DC1-3F5701C5947C}"/>
          </ac:cxnSpMkLst>
        </pc:cxnChg>
        <pc:cxnChg chg="del">
          <ac:chgData name="Jaymeen Vaghela" userId="26e1af0152e390a1" providerId="LiveId" clId="{1CE86703-55C9-490E-A039-D67002ABA960}" dt="2026-01-02T18:45:13.960" v="68" actId="478"/>
          <ac:cxnSpMkLst>
            <pc:docMk/>
            <pc:sldMk cId="1748842545" sldId="273"/>
            <ac:cxnSpMk id="29" creationId="{A3FC6969-E023-10EE-40F4-6AFF622562F0}"/>
          </ac:cxnSpMkLst>
        </pc:cxnChg>
        <pc:cxnChg chg="del">
          <ac:chgData name="Jaymeen Vaghela" userId="26e1af0152e390a1" providerId="LiveId" clId="{1CE86703-55C9-490E-A039-D67002ABA960}" dt="2026-01-02T18:47:18.548" v="99" actId="478"/>
          <ac:cxnSpMkLst>
            <pc:docMk/>
            <pc:sldMk cId="1748842545" sldId="273"/>
            <ac:cxnSpMk id="37" creationId="{D6E0CF4C-F04A-311C-3506-09D520BF9222}"/>
          </ac:cxnSpMkLst>
        </pc:cxnChg>
        <pc:cxnChg chg="del">
          <ac:chgData name="Jaymeen Vaghela" userId="26e1af0152e390a1" providerId="LiveId" clId="{1CE86703-55C9-490E-A039-D67002ABA960}" dt="2026-01-02T18:47:54.267" v="109" actId="478"/>
          <ac:cxnSpMkLst>
            <pc:docMk/>
            <pc:sldMk cId="1748842545" sldId="273"/>
            <ac:cxnSpMk id="39" creationId="{8B8EB9AE-9374-2765-AB50-C95729CA625D}"/>
          </ac:cxnSpMkLst>
        </pc:cxnChg>
        <pc:cxnChg chg="del">
          <ac:chgData name="Jaymeen Vaghela" userId="26e1af0152e390a1" providerId="LiveId" clId="{1CE86703-55C9-490E-A039-D67002ABA960}" dt="2026-01-02T18:47:50.259" v="108" actId="478"/>
          <ac:cxnSpMkLst>
            <pc:docMk/>
            <pc:sldMk cId="1748842545" sldId="273"/>
            <ac:cxnSpMk id="41" creationId="{70C4DEF9-704B-7B1B-8351-3F235BC18B07}"/>
          </ac:cxnSpMkLst>
        </pc:cxnChg>
        <pc:cxnChg chg="del">
          <ac:chgData name="Jaymeen Vaghela" userId="26e1af0152e390a1" providerId="LiveId" clId="{1CE86703-55C9-490E-A039-D67002ABA960}" dt="2026-01-02T18:47:48.207" v="107" actId="478"/>
          <ac:cxnSpMkLst>
            <pc:docMk/>
            <pc:sldMk cId="1748842545" sldId="273"/>
            <ac:cxnSpMk id="42" creationId="{CCC55129-5269-A6E3-35F5-6E10C4501E37}"/>
          </ac:cxnSpMkLst>
        </pc:cxnChg>
        <pc:cxnChg chg="del">
          <ac:chgData name="Jaymeen Vaghela" userId="26e1af0152e390a1" providerId="LiveId" clId="{1CE86703-55C9-490E-A039-D67002ABA960}" dt="2026-01-02T18:48:08.536" v="115" actId="478"/>
          <ac:cxnSpMkLst>
            <pc:docMk/>
            <pc:sldMk cId="1748842545" sldId="273"/>
            <ac:cxnSpMk id="53" creationId="{5F0735AB-F610-CB09-66DE-A0CC26BA1B86}"/>
          </ac:cxnSpMkLst>
        </pc:cxnChg>
        <pc:cxnChg chg="del">
          <ac:chgData name="Jaymeen Vaghela" userId="26e1af0152e390a1" providerId="LiveId" clId="{1CE86703-55C9-490E-A039-D67002ABA960}" dt="2026-01-02T18:48:05.996" v="114" actId="478"/>
          <ac:cxnSpMkLst>
            <pc:docMk/>
            <pc:sldMk cId="1748842545" sldId="273"/>
            <ac:cxnSpMk id="54" creationId="{95DB892C-7398-2866-B6A4-DD5668357FD9}"/>
          </ac:cxnSpMkLst>
        </pc:cxnChg>
        <pc:cxnChg chg="del">
          <ac:chgData name="Jaymeen Vaghela" userId="26e1af0152e390a1" providerId="LiveId" clId="{1CE86703-55C9-490E-A039-D67002ABA960}" dt="2026-01-02T18:47:36.239" v="104" actId="478"/>
          <ac:cxnSpMkLst>
            <pc:docMk/>
            <pc:sldMk cId="1748842545" sldId="273"/>
            <ac:cxnSpMk id="59" creationId="{E015E60C-D260-0002-2571-2AC9F38FE0EA}"/>
          </ac:cxnSpMkLst>
        </pc:cxnChg>
        <pc:cxnChg chg="del">
          <ac:chgData name="Jaymeen Vaghela" userId="26e1af0152e390a1" providerId="LiveId" clId="{1CE86703-55C9-490E-A039-D67002ABA960}" dt="2026-01-02T18:48:03.218" v="113" actId="478"/>
          <ac:cxnSpMkLst>
            <pc:docMk/>
            <pc:sldMk cId="1748842545" sldId="273"/>
            <ac:cxnSpMk id="61" creationId="{5DDF4074-4FB9-C8C0-934F-9EBF09B811AB}"/>
          </ac:cxnSpMkLst>
        </pc:cxnChg>
        <pc:cxnChg chg="del">
          <ac:chgData name="Jaymeen Vaghela" userId="26e1af0152e390a1" providerId="LiveId" clId="{1CE86703-55C9-490E-A039-D67002ABA960}" dt="2026-01-02T18:47:43.057" v="106" actId="478"/>
          <ac:cxnSpMkLst>
            <pc:docMk/>
            <pc:sldMk cId="1748842545" sldId="273"/>
            <ac:cxnSpMk id="64" creationId="{46BCB95A-1D03-200F-FD2A-273D82A61F87}"/>
          </ac:cxnSpMkLst>
        </pc:cxnChg>
        <pc:cxnChg chg="del mod">
          <ac:chgData name="Jaymeen Vaghela" userId="26e1af0152e390a1" providerId="LiveId" clId="{1CE86703-55C9-490E-A039-D67002ABA960}" dt="2026-01-02T18:48:12.842" v="116" actId="478"/>
          <ac:cxnSpMkLst>
            <pc:docMk/>
            <pc:sldMk cId="1748842545" sldId="273"/>
            <ac:cxnSpMk id="68" creationId="{DB8FD4DA-1EDA-28F8-B726-0E6F4568A8F2}"/>
          </ac:cxnSpMkLst>
        </pc:cxnChg>
        <pc:cxnChg chg="del">
          <ac:chgData name="Jaymeen Vaghela" userId="26e1af0152e390a1" providerId="LiveId" clId="{1CE86703-55C9-490E-A039-D67002ABA960}" dt="2026-01-02T18:44:40.880" v="61" actId="478"/>
          <ac:cxnSpMkLst>
            <pc:docMk/>
            <pc:sldMk cId="1748842545" sldId="273"/>
            <ac:cxnSpMk id="72" creationId="{D7CD76EE-8BEB-7778-674A-52EC4CC67049}"/>
          </ac:cxnSpMkLst>
        </pc:cxnChg>
        <pc:cxnChg chg="del">
          <ac:chgData name="Jaymeen Vaghela" userId="26e1af0152e390a1" providerId="LiveId" clId="{1CE86703-55C9-490E-A039-D67002ABA960}" dt="2026-01-02T18:47:06.392" v="93" actId="478"/>
          <ac:cxnSpMkLst>
            <pc:docMk/>
            <pc:sldMk cId="1748842545" sldId="273"/>
            <ac:cxnSpMk id="82" creationId="{E66E3D22-EA8F-8261-BFCC-42B31BBC5D83}"/>
          </ac:cxnSpMkLst>
        </pc:cxnChg>
        <pc:cxnChg chg="del">
          <ac:chgData name="Jaymeen Vaghela" userId="26e1af0152e390a1" providerId="LiveId" clId="{1CE86703-55C9-490E-A039-D67002ABA960}" dt="2026-01-02T18:47:23.178" v="100" actId="478"/>
          <ac:cxnSpMkLst>
            <pc:docMk/>
            <pc:sldMk cId="1748842545" sldId="273"/>
            <ac:cxnSpMk id="84" creationId="{C4F765EA-A3E6-C8F3-37F7-CCC45DDBEB98}"/>
          </ac:cxnSpMkLst>
        </pc:cxnChg>
        <pc:cxnChg chg="del">
          <ac:chgData name="Jaymeen Vaghela" userId="26e1af0152e390a1" providerId="LiveId" clId="{1CE86703-55C9-490E-A039-D67002ABA960}" dt="2026-01-02T18:47:08.060" v="94" actId="478"/>
          <ac:cxnSpMkLst>
            <pc:docMk/>
            <pc:sldMk cId="1748842545" sldId="273"/>
            <ac:cxnSpMk id="85" creationId="{7D80142B-ED7D-35BF-D929-07EBB53CC1A9}"/>
          </ac:cxnSpMkLst>
        </pc:cxnChg>
        <pc:cxnChg chg="del">
          <ac:chgData name="Jaymeen Vaghela" userId="26e1af0152e390a1" providerId="LiveId" clId="{1CE86703-55C9-490E-A039-D67002ABA960}" dt="2026-01-02T18:47:03.781" v="92" actId="478"/>
          <ac:cxnSpMkLst>
            <pc:docMk/>
            <pc:sldMk cId="1748842545" sldId="273"/>
            <ac:cxnSpMk id="89" creationId="{A1CEA9E5-F6A0-A456-2A56-CDE48655F4C6}"/>
          </ac:cxnSpMkLst>
        </pc:cxnChg>
        <pc:cxnChg chg="del">
          <ac:chgData name="Jaymeen Vaghela" userId="26e1af0152e390a1" providerId="LiveId" clId="{1CE86703-55C9-490E-A039-D67002ABA960}" dt="2026-01-02T18:47:00.785" v="91" actId="478"/>
          <ac:cxnSpMkLst>
            <pc:docMk/>
            <pc:sldMk cId="1748842545" sldId="273"/>
            <ac:cxnSpMk id="92" creationId="{93C38267-BA16-A870-0756-75AE46B6816D}"/>
          </ac:cxnSpMkLst>
        </pc:cxnChg>
        <pc:cxnChg chg="del">
          <ac:chgData name="Jaymeen Vaghela" userId="26e1af0152e390a1" providerId="LiveId" clId="{1CE86703-55C9-490E-A039-D67002ABA960}" dt="2026-01-02T18:46:59.360" v="90" actId="478"/>
          <ac:cxnSpMkLst>
            <pc:docMk/>
            <pc:sldMk cId="1748842545" sldId="273"/>
            <ac:cxnSpMk id="93" creationId="{308377FD-E4C7-7453-1319-AB10F51EC278}"/>
          </ac:cxnSpMkLst>
        </pc:cxnChg>
        <pc:cxnChg chg="del">
          <ac:chgData name="Jaymeen Vaghela" userId="26e1af0152e390a1" providerId="LiveId" clId="{1CE86703-55C9-490E-A039-D67002ABA960}" dt="2026-01-02T18:46:56.475" v="89" actId="478"/>
          <ac:cxnSpMkLst>
            <pc:docMk/>
            <pc:sldMk cId="1748842545" sldId="273"/>
            <ac:cxnSpMk id="96" creationId="{24FED7F2-FDAE-1AF4-B6AE-83EB97715B3F}"/>
          </ac:cxnSpMkLst>
        </pc:cxnChg>
        <pc:cxnChg chg="del mod">
          <ac:chgData name="Jaymeen Vaghela" userId="26e1af0152e390a1" providerId="LiveId" clId="{1CE86703-55C9-490E-A039-D67002ABA960}" dt="2026-01-02T18:46:53.683" v="88" actId="478"/>
          <ac:cxnSpMkLst>
            <pc:docMk/>
            <pc:sldMk cId="1748842545" sldId="273"/>
            <ac:cxnSpMk id="98" creationId="{3E92A738-2EA5-C5C3-5208-6FD9A418A321}"/>
          </ac:cxnSpMkLst>
        </pc:cxnChg>
        <pc:cxnChg chg="del">
          <ac:chgData name="Jaymeen Vaghela" userId="26e1af0152e390a1" providerId="LiveId" clId="{1CE86703-55C9-490E-A039-D67002ABA960}" dt="2026-01-02T18:46:40.915" v="82" actId="478"/>
          <ac:cxnSpMkLst>
            <pc:docMk/>
            <pc:sldMk cId="1748842545" sldId="273"/>
            <ac:cxnSpMk id="101" creationId="{AB80EA60-5447-DE9B-E3CF-9389FF6FC3FE}"/>
          </ac:cxnSpMkLst>
        </pc:cxnChg>
        <pc:cxnChg chg="del">
          <ac:chgData name="Jaymeen Vaghela" userId="26e1af0152e390a1" providerId="LiveId" clId="{1CE86703-55C9-490E-A039-D67002ABA960}" dt="2026-01-02T18:46:36.303" v="79" actId="478"/>
          <ac:cxnSpMkLst>
            <pc:docMk/>
            <pc:sldMk cId="1748842545" sldId="273"/>
            <ac:cxnSpMk id="119" creationId="{484E726D-4265-62E1-55E7-1E4ABF20D8C2}"/>
          </ac:cxnSpMkLst>
        </pc:cxnChg>
        <pc:cxnChg chg="mod">
          <ac:chgData name="Jaymeen Vaghela" userId="26e1af0152e390a1" providerId="LiveId" clId="{1CE86703-55C9-490E-A039-D67002ABA960}" dt="2026-01-02T18:44:04.339" v="48" actId="478"/>
          <ac:cxnSpMkLst>
            <pc:docMk/>
            <pc:sldMk cId="1748842545" sldId="273"/>
            <ac:cxnSpMk id="320" creationId="{7F210BFA-124C-4C04-FF2E-012263B4269A}"/>
          </ac:cxnSpMkLst>
        </pc:cxnChg>
      </pc:sldChg>
      <pc:sldChg chg="add del">
        <pc:chgData name="Jaymeen Vaghela" userId="26e1af0152e390a1" providerId="LiveId" clId="{1CE86703-55C9-490E-A039-D67002ABA960}" dt="2026-01-02T18:48:21.185" v="118"/>
        <pc:sldMkLst>
          <pc:docMk/>
          <pc:sldMk cId="1634960009" sldId="27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69CFE-8BCC-131A-6ECD-4F59F54F5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1C841F-D2B7-17B6-C212-3FE312942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7FA37-AAC2-BA2C-23B0-5101850F3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F4D6-F88E-4F4A-8D07-1382AF0B4872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2D5CE-C67F-F310-6150-A7C270FC1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79FEB-DC33-664D-3869-4B00E0483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31DCB-1E0A-4352-AF96-0E207CE0A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914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E39BC-32FF-9A1A-F169-87F2CD312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10089-673B-7145-FECC-948BBF38E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AFD13-47F5-BDA2-4D03-FF55D21D3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F4D6-F88E-4F4A-8D07-1382AF0B4872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EB674-5D8F-3338-632F-ED9A3C90E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7E847-351D-9D2C-3E05-E90D81CF8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31DCB-1E0A-4352-AF96-0E207CE0A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834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C68AA-D908-281E-8D40-034870D08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387D9D-C334-1612-BFCA-2D8234628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2FF13-2D00-745A-2708-852CF3000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F4D6-F88E-4F4A-8D07-1382AF0B4872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87159-417E-736E-4DBD-F5DFCEF87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51AF2-6536-BCD4-521F-123B2B0A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31DCB-1E0A-4352-AF96-0E207CE0A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820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EB3A8-44BB-F01C-6778-EB14DD4CB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2AC41-3C0F-7416-F817-955AFD7F7D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DE7109-3DE4-71D8-74BE-FF93B8CAD5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B1250-1BB4-BD44-E830-6EDD33FB1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F4D6-F88E-4F4A-8D07-1382AF0B4872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17F785-5AB2-6236-DC00-0D0429E1B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C34999-B2BF-0DDA-C45E-9A34C9CF9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31DCB-1E0A-4352-AF96-0E207CE0A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203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DD064-06AC-817F-3197-D5A93E9D8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A20FEC-4715-9165-3D5B-DCD412443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E0269-7AEA-13D3-585D-629519CE43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332189-C062-762A-4409-B51B7873F1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5B10AA-325D-68C1-4351-70E03C9B7C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7A90BA-C861-3913-5964-97CED3E14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F4D6-F88E-4F4A-8D07-1382AF0B4872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026EE2-DE4D-23D3-EDB9-81C50949B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BD6CE3-4639-A91A-1C57-1742C5E35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31DCB-1E0A-4352-AF96-0E207CE0A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38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FD066-C8B1-E749-2E9C-2A514394A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89D941-098A-9211-21FF-2236A0520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F4D6-F88E-4F4A-8D07-1382AF0B4872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48DB1C-1252-770D-6C3B-F08B68D62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8251F1-859E-68B9-B735-6D969BD09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31DCB-1E0A-4352-AF96-0E207CE0A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984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C4EDAE-43B3-B892-F1A1-DA397525D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F4D6-F88E-4F4A-8D07-1382AF0B4872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712566-BBA8-EF8C-825F-119008809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B27219-8C1E-3D2D-8221-C4D8DF281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31DCB-1E0A-4352-AF96-0E207CE0A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270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BAADD-50BF-BAE9-ED76-C861AFA52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67995-A8B1-9A25-77F6-7F0B18CB6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4311A-9268-A6A5-B46D-E17E92AB1B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582D8D-8A5E-B8FE-A161-170B7C196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F4D6-F88E-4F4A-8D07-1382AF0B4872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7B68AE-D0D9-975D-F59D-672DBB598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8D143A-9A50-2E83-1AE2-8C6C9B548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31DCB-1E0A-4352-AF96-0E207CE0A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711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8367C-15CD-7DF5-4F41-2205CDDDF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CC7145-AB58-8D44-651F-C4B5C10E70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53603C-7A80-1048-DAAC-67CBA61DDC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641D69-5F0F-B925-C4D8-0A7DE3600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F4D6-F88E-4F4A-8D07-1382AF0B4872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8C1AAF-9E62-4138-93D6-4468D655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27F8F-5B73-348B-1BFF-331A03540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31DCB-1E0A-4352-AF96-0E207CE0A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889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6B58F-3705-88CF-F337-A5FA00FFC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0DD50-1AD7-723B-807B-67F1EDFED6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DBD35-4F98-FEDE-28FA-82E82C456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F4D6-F88E-4F4A-8D07-1382AF0B4872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E00F7-C725-F64B-96E2-C4BE787E1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BD6FE-2B37-7B5E-ACDF-BFF563615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31DCB-1E0A-4352-AF96-0E207CE0A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928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2CDE0E-4E1A-55AB-2B49-365D2E52AA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79292F-52AD-EB50-A6D9-A4B261BAC5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BE4D5-CAE6-DB10-EAE6-ADA007DA1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F4D6-F88E-4F4A-8D07-1382AF0B4872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DAE1E-0320-5B45-80B0-72C4F2F0E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D17DC-5724-8E9F-A7EF-AF5C70B67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31DCB-1E0A-4352-AF96-0E207CE0A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240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BEDCD3-CAC8-C892-13C7-B101418B3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F68D8A-2D1F-3707-3A0B-DF31195AB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E79F7-C382-B713-6BCC-ED31A636A3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8AF4D6-F88E-4F4A-8D07-1382AF0B4872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7B453-2D99-C0CE-BDFF-3F1CD0B639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7383F-CFA0-EEF3-3503-AF17FB87A0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31DCB-1E0A-4352-AF96-0E207CE0A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522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1.wdp"/><Relationship Id="rId7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microsoft.com/office/2007/relationships/hdphoto" Target="../media/hdphoto1.wdp"/><Relationship Id="rId7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1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microsoft.com/office/2007/relationships/hdphoto" Target="../media/hdphoto1.wdp"/><Relationship Id="rId7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E228A0A-14B1-DF21-FF0C-7265D34E3B2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.</a:t>
            </a:r>
            <a:endParaRPr lang="en-IN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82C0B97-0C20-85E6-00A4-29EB751418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4294967295"/>
          </p:nvPr>
        </p:nvSpPr>
        <p:spPr>
          <a:xfrm>
            <a:off x="114300" y="3372168"/>
            <a:ext cx="10515600" cy="28638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Team name : </a:t>
            </a:r>
            <a:r>
              <a:rPr lang="en-IN" dirty="0"/>
              <a:t>Quantum – Core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b="1" dirty="0"/>
              <a:t>Team Leader Name : </a:t>
            </a:r>
            <a:r>
              <a:rPr lang="en-US" dirty="0"/>
              <a:t>JAYMEEN VAGHELA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Problem statement : </a:t>
            </a:r>
            <a:r>
              <a:rPr lang="en-US" dirty="0"/>
              <a:t>AI-Powered Tool for Combating Misinformation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121798C-75D2-D3CF-9061-A8996285D0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16006"/>
            <a:ext cx="12192000" cy="1395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7797EF5-219A-C843-F114-C2B5F30B434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3245745"/>
          </a:xfrm>
          <a:prstGeom prst="rect">
            <a:avLst/>
          </a:prstGeom>
        </p:spPr>
      </p:pic>
      <p:pic>
        <p:nvPicPr>
          <p:cNvPr id="4" name="Picture 3" descr="A blue flower with white text">
            <a:extLst>
              <a:ext uri="{FF2B5EF4-FFF2-40B4-BE49-F238E27FC236}">
                <a16:creationId xmlns:a16="http://schemas.microsoft.com/office/drawing/2014/main" id="{CAE32E49-0F06-0C55-D993-50BD8EB552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ontent Placeholder 11">
            <a:extLst>
              <a:ext uri="{FF2B5EF4-FFF2-40B4-BE49-F238E27FC236}">
                <a16:creationId xmlns:a16="http://schemas.microsoft.com/office/drawing/2014/main" id="{665650B8-2D1D-9811-7AFD-06606EBDDB50}"/>
              </a:ext>
            </a:extLst>
          </p:cNvPr>
          <p:cNvSpPr txBox="1">
            <a:spLocks/>
          </p:cNvSpPr>
          <p:nvPr/>
        </p:nvSpPr>
        <p:spPr>
          <a:xfrm>
            <a:off x="266700" y="3524568"/>
            <a:ext cx="10515600" cy="2863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Team name : </a:t>
            </a:r>
            <a:r>
              <a:rPr lang="en-IN" dirty="0"/>
              <a:t>Quantum – Core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Team Leader Name : </a:t>
            </a:r>
            <a:r>
              <a:rPr lang="en-US" dirty="0"/>
              <a:t>Jaymeen Vaghela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Problem statement : </a:t>
            </a:r>
            <a:r>
              <a:rPr lang="en-US" dirty="0"/>
              <a:t>AI-Powered Tool for Combating Misinformation</a:t>
            </a:r>
          </a:p>
        </p:txBody>
      </p:sp>
    </p:spTree>
    <p:extLst>
      <p:ext uri="{BB962C8B-B14F-4D97-AF65-F5344CB8AC3E}">
        <p14:creationId xmlns:p14="http://schemas.microsoft.com/office/powerpoint/2010/main" val="884579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FD2D6-DA37-77C0-69AE-22633F39BF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906086" y="772493"/>
            <a:ext cx="10515600" cy="676992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/>
              <a:t>Brief about the prototype</a:t>
            </a:r>
            <a:endParaRPr lang="en-IN" sz="4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DC6531-073C-3620-4A31-097E993B31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458"/>
            <a:ext cx="12192000" cy="6021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1BBC65-5ABD-1BA0-8BCB-18B1CF32F9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718464"/>
            <a:ext cx="12192000" cy="1395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798572A-8B26-B0C1-79DE-5FF1500F8D0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021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878CC42-093F-9CE2-1AEC-9FBCB7FCB5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718464"/>
            <a:ext cx="12192000" cy="139536"/>
          </a:xfrm>
          <a:prstGeom prst="rect">
            <a:avLst/>
          </a:prstGeom>
        </p:spPr>
      </p:pic>
      <p:sp>
        <p:nvSpPr>
          <p:cNvPr id="12" name="Minus Sign 11">
            <a:extLst>
              <a:ext uri="{FF2B5EF4-FFF2-40B4-BE49-F238E27FC236}">
                <a16:creationId xmlns:a16="http://schemas.microsoft.com/office/drawing/2014/main" id="{FB9C498C-58BB-ECFC-B7CE-D1E2B8B38405}"/>
              </a:ext>
            </a:extLst>
          </p:cNvPr>
          <p:cNvSpPr/>
          <p:nvPr/>
        </p:nvSpPr>
        <p:spPr>
          <a:xfrm>
            <a:off x="2627513" y="5850671"/>
            <a:ext cx="6936971" cy="139536"/>
          </a:xfrm>
          <a:prstGeom prst="mathMinus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8C269A-26D5-BFFD-31F7-F3F893FB59CA}"/>
              </a:ext>
            </a:extLst>
          </p:cNvPr>
          <p:cNvSpPr txBox="1"/>
          <p:nvPr/>
        </p:nvSpPr>
        <p:spPr>
          <a:xfrm>
            <a:off x="4205289" y="5944488"/>
            <a:ext cx="764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Input</a:t>
            </a:r>
          </a:p>
          <a:p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10B848-F277-001D-8F21-26F618695EDB}"/>
              </a:ext>
            </a:extLst>
          </p:cNvPr>
          <p:cNvSpPr txBox="1"/>
          <p:nvPr/>
        </p:nvSpPr>
        <p:spPr>
          <a:xfrm>
            <a:off x="7376990" y="5951807"/>
            <a:ext cx="101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Decision</a:t>
            </a:r>
          </a:p>
          <a:p>
            <a:endParaRPr lang="en-IN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B9ED18E-7EDD-E164-D828-08248EDD94E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535680" y="5782144"/>
            <a:ext cx="5200995" cy="538705"/>
            <a:chOff x="3507973" y="5782538"/>
            <a:chExt cx="5200995" cy="53870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95B467-8634-8D9B-6FB3-308DA202CDA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49535" y="5898769"/>
              <a:ext cx="2668385" cy="45719"/>
            </a:xfrm>
            <a:prstGeom prst="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9CA6244-A246-510C-427E-D0EC47B448C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467899" y="5782538"/>
              <a:ext cx="241069" cy="24596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E3669D8-19F7-6439-36D2-A38500FDC9C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018413" y="5782538"/>
              <a:ext cx="241069" cy="24596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85C223A-D596-9AA3-F3C5-C1B9635B140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07973" y="5782538"/>
              <a:ext cx="241069" cy="24596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13953FD-378C-020B-9348-E8B3DE53A90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87540" y="5951911"/>
              <a:ext cx="10972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Real-time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97609A2-13A3-CAC1-2A69-4644B724E21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81858" y="5863147"/>
              <a:ext cx="105816" cy="114584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1" name="Picture 4" descr="Enter ">
              <a:extLst>
                <a:ext uri="{FF2B5EF4-FFF2-40B4-BE49-F238E27FC236}">
                  <a16:creationId xmlns:a16="http://schemas.microsoft.com/office/drawing/2014/main" id="{A5BB5C97-1BA9-7154-7DD1-7FC94B52487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00216" y="6058340"/>
              <a:ext cx="162046" cy="1620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1" descr="A white tick in a blue circle&#10;&#10;AI-generated content may be incorrect.">
              <a:extLst>
                <a:ext uri="{FF2B5EF4-FFF2-40B4-BE49-F238E27FC236}">
                  <a16:creationId xmlns:a16="http://schemas.microsoft.com/office/drawing/2014/main" id="{3DA7E813-60FF-EA62-8DEE-3F8EA161889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7284" y="6054578"/>
              <a:ext cx="163997" cy="163997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A6EFD54-E485-04AB-90EF-A6F5E0396FC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52946" y="1824639"/>
            <a:ext cx="2750127" cy="3437313"/>
            <a:chOff x="1052946" y="1824639"/>
            <a:chExt cx="2750127" cy="3437313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50B0FD8A-9E5A-F411-4864-8B4D47F4523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52946" y="1824639"/>
              <a:ext cx="2750127" cy="3437313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dirty="0"/>
            </a:p>
            <a:p>
              <a:pPr algn="ctr"/>
              <a:r>
                <a:rPr lang="en-IN" dirty="0"/>
                <a:t>Human centric design</a:t>
              </a:r>
            </a:p>
            <a:p>
              <a:r>
                <a:rPr lang="en-IN" dirty="0"/>
                <a:t>For clarity and trust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9A7E0A0-CFF5-E70C-94B8-E0A4A94E348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30531" y="2058692"/>
              <a:ext cx="26725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 </a:t>
              </a: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263540E0-B14C-1536-A491-BC536013DC2C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43608" y="2058692"/>
              <a:ext cx="2568803" cy="831662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C99FDE8-BCDF-B39C-F08B-398C0075523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55797" y="2868873"/>
              <a:ext cx="2222010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AI tool to detect &amp; counter misinformation in real time.</a:t>
              </a:r>
              <a:br>
                <a:rPr lang="en-US" dirty="0"/>
              </a:br>
              <a:r>
                <a:rPr lang="en-US" dirty="0"/>
                <a:t>Human-centric design design for clarity, trust.</a:t>
              </a:r>
              <a:endParaRPr lang="en-IN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4A26C2E-87A6-D81E-6881-925E5C40944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761115" y="1613970"/>
            <a:ext cx="2750127" cy="3887578"/>
            <a:chOff x="4761115" y="1613970"/>
            <a:chExt cx="2750127" cy="388757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0EDF3D5-2860-953A-B3E2-F6D2AAF3454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61115" y="1613970"/>
              <a:ext cx="2750127" cy="388757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B51C230-06FE-3A39-12A4-5A00F355530D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856370" y="1896519"/>
              <a:ext cx="2559616" cy="887039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B981892-0073-3B9B-983E-A84C8284967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56370" y="2813557"/>
              <a:ext cx="2559616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In the age of viral content and algorithmic amplification, misinformation spreads faster than truth-distorting public perception, eroding trust, and destabilizing informed discourse.</a:t>
              </a:r>
              <a:endParaRPr lang="en-IN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1FF5C0B-9F23-CDA2-2AAE-4E86068C0A6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495606" y="1824638"/>
            <a:ext cx="2750127" cy="3456265"/>
            <a:chOff x="8495606" y="1824638"/>
            <a:chExt cx="2750127" cy="3456265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5D503F64-914D-A19D-AE25-0656AA022D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495606" y="1824638"/>
              <a:ext cx="2750127" cy="3437313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1C6BE163-6191-2316-99F5-B42A58F1585C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736675" y="1947957"/>
              <a:ext cx="2208040" cy="841158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092F4C3-93DC-CCBE-D9B6-9FEE31276A2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556560" y="2695580"/>
              <a:ext cx="2689173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Advanced LLMs and multimodal inputs analyze claims and score credibility. Features include guided fact-checking with empathy, voice-reactive animations, and real-time feedback for transparent reasoning.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2339452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C5F40-65FA-AC16-809B-9C6FAC676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5B789-4941-D3F6-17F0-3117F86A08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200" y="877161"/>
            <a:ext cx="10515600" cy="602183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/>
              <a:t>Opportunity should be able to explain the following </a:t>
            </a:r>
            <a:endParaRPr lang="en-IN" sz="4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1C3E2A-F8AA-A672-A35C-33A507F0BD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021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75FEA5-4952-95A3-4351-6FBB6D05EA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716006"/>
            <a:ext cx="12192000" cy="139536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965F70E-C3AA-8524-2ACB-113FA1E2E59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89585" y="2232660"/>
            <a:ext cx="3486150" cy="3162300"/>
            <a:chOff x="489585" y="2232660"/>
            <a:chExt cx="3486150" cy="31623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313E644-1E43-A243-7F0E-1957CBEDC6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7690" y="2232660"/>
              <a:ext cx="3329940" cy="3162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glow rad="190500">
                <a:schemeClr val="tx1">
                  <a:lumMod val="50000"/>
                  <a:lumOff val="50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B130D2D-C72B-6108-E379-FE9EE1D9D5E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9585" y="2311830"/>
              <a:ext cx="348615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How to different is it from any of the other existing solution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9F7C9CD-FC16-92E9-9E04-74884C2FCD9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431030" y="2232660"/>
            <a:ext cx="3329940" cy="3162300"/>
            <a:chOff x="4431030" y="2232660"/>
            <a:chExt cx="3329940" cy="31623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8769C5B-3D77-077A-30FD-76A7286426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31030" y="2232660"/>
              <a:ext cx="3329940" cy="3162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glow rad="190500">
                <a:schemeClr val="tx1">
                  <a:lumMod val="50000"/>
                  <a:lumOff val="50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826C464-D149-CE8A-24F0-7EEB188DA0D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31030" y="2311830"/>
              <a:ext cx="3329940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How will be able to solve the problem</a:t>
              </a:r>
            </a:p>
            <a:p>
              <a:endParaRPr lang="en-IN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151AFD6-8898-1FE1-87BB-085D38DBFAF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294370" y="2232660"/>
            <a:ext cx="3329940" cy="3162300"/>
            <a:chOff x="8294370" y="2232660"/>
            <a:chExt cx="3329940" cy="31623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C36CE86-DA2E-7ACF-C3A7-0C1088602C2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294370" y="2232660"/>
              <a:ext cx="3329940" cy="3162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glow rad="190500">
                <a:schemeClr val="tx1">
                  <a:lumMod val="50000"/>
                  <a:lumOff val="50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BEE266D-838E-F00D-5A44-677C5B6B89B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294370" y="2371159"/>
              <a:ext cx="332994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b="1" dirty="0"/>
                <a:t>USP of the proposed solution </a:t>
              </a:r>
            </a:p>
            <a:p>
              <a:pPr algn="ctr"/>
              <a:endParaRPr lang="en-IN" sz="2000"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D9CA58D-C5BB-6743-122A-F528DDBB104F}"/>
              </a:ext>
            </a:extLst>
          </p:cNvPr>
          <p:cNvSpPr txBox="1"/>
          <p:nvPr/>
        </p:nvSpPr>
        <p:spPr>
          <a:xfrm>
            <a:off x="0" y="3223480"/>
            <a:ext cx="38790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Other information detection tool is not available on Play Store.</a:t>
            </a:r>
          </a:p>
          <a:p>
            <a:pPr marL="800100" lvl="1" indent="-34290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Other websites are complex for use most of websites are not able to detect real time.</a:t>
            </a:r>
          </a:p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D83559-7F85-8C2B-D70E-D1E4160BD2F7}"/>
              </a:ext>
            </a:extLst>
          </p:cNvPr>
          <p:cNvSpPr txBox="1"/>
          <p:nvPr/>
        </p:nvSpPr>
        <p:spPr>
          <a:xfrm>
            <a:off x="4080986" y="3296715"/>
            <a:ext cx="38481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real-time detection with multimodal input.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cross-referencing with trusted sources.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visual credibility dashboard.</a:t>
            </a:r>
          </a:p>
          <a:p>
            <a:pPr algn="ctr"/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AA4502-CD93-F127-E044-42D905A518B8}"/>
              </a:ext>
            </a:extLst>
          </p:cNvPr>
          <p:cNvSpPr txBox="1"/>
          <p:nvPr/>
        </p:nvSpPr>
        <p:spPr>
          <a:xfrm>
            <a:off x="8061960" y="3296715"/>
            <a:ext cx="37947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multimodal input analysis.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real-rime ai + human grounding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explainable ai layer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Trust-centric branding 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7492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9A492-241B-83DA-D251-342845E7E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59ADF-1F0C-0B28-D661-D377B6FB6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96" y="1125249"/>
            <a:ext cx="10515600" cy="602182"/>
          </a:xfrm>
        </p:spPr>
        <p:txBody>
          <a:bodyPr>
            <a:normAutofit/>
          </a:bodyPr>
          <a:lstStyle/>
          <a:p>
            <a:r>
              <a:rPr lang="en-US" sz="3200" dirty="0"/>
              <a:t> </a:t>
            </a:r>
            <a:endParaRPr lang="en-IN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E7D472-694E-8899-4780-9435F312667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021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1F4295-D5FB-67B4-9106-F4A1C9ABA4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716006"/>
            <a:ext cx="12192000" cy="1395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E99EEC-4617-509E-B2D5-87812AA4C22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5815" y="1100438"/>
            <a:ext cx="111141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/>
              <a:t>List of features offered by InfoLens </a:t>
            </a:r>
          </a:p>
          <a:p>
            <a:pPr algn="ctr"/>
            <a:endParaRPr lang="en-IN" sz="4000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82F81F6E-AA0A-639D-88BF-838D660628D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43203" y="2047067"/>
            <a:ext cx="11505594" cy="4042583"/>
            <a:chOff x="405457" y="1884440"/>
            <a:chExt cx="11505594" cy="4042583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A9EC07E-28DE-79CB-2B44-0D4D92C8DC6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76683" y="3414812"/>
              <a:ext cx="4634368" cy="59315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54BCEBC9-1ED9-9C7C-5070-4AEB80F6D8C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05457" y="1884440"/>
              <a:ext cx="11120238" cy="4042583"/>
              <a:chOff x="874646" y="1908760"/>
              <a:chExt cx="11120238" cy="4042583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E79F26D-5C04-D342-8F88-7C9BBDFF0E81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6256599" y="1908760"/>
                <a:ext cx="0" cy="3600000"/>
              </a:xfrm>
              <a:prstGeom prst="line">
                <a:avLst/>
              </a:prstGeom>
              <a:ln w="79375"/>
              <a:effectLst>
                <a:glow>
                  <a:schemeClr val="accent1">
                    <a:alpha val="40000"/>
                  </a:schemeClr>
                </a:glow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  <a:reflection stA="45000" endPos="0" dist="50800" dir="5400000" sy="-100000" algn="bl" rotWithShape="0"/>
                <a:softEdge rad="0"/>
              </a:effectLst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5176D321-BE1F-2DD5-D7A8-22A27C1FBF34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6256599" y="2688671"/>
                <a:ext cx="1371600" cy="0"/>
              </a:xfrm>
              <a:prstGeom prst="straightConnector1">
                <a:avLst/>
              </a:prstGeom>
              <a:ln w="444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8FF2408A-E273-C794-DC04-06DB4910A71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6237233" y="4902749"/>
                <a:ext cx="1371600" cy="0"/>
              </a:xfrm>
              <a:prstGeom prst="straightConnector1">
                <a:avLst/>
              </a:prstGeom>
              <a:ln w="444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1E1DAE64-7BE8-163D-B20E-308AF8A118C7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6256599" y="3735711"/>
                <a:ext cx="1371600" cy="0"/>
              </a:xfrm>
              <a:prstGeom prst="straightConnector1">
                <a:avLst/>
              </a:prstGeom>
              <a:ln w="444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BF7563E4-D3A5-059B-97F5-A6EF299D8172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H="1">
                <a:off x="5049520" y="5489387"/>
                <a:ext cx="1207079" cy="1190"/>
              </a:xfrm>
              <a:prstGeom prst="straightConnector1">
                <a:avLst/>
              </a:prstGeom>
              <a:ln w="444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CDB12D08-AE89-3F4C-CDA3-EAD76E8427F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H="1">
                <a:off x="5030155" y="2431880"/>
                <a:ext cx="1207079" cy="1190"/>
              </a:xfrm>
              <a:prstGeom prst="straightConnector1">
                <a:avLst/>
              </a:prstGeom>
              <a:ln w="444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542957AD-95DE-01F2-FF4F-0DE46EE16ECC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H="1">
                <a:off x="5030154" y="3973065"/>
                <a:ext cx="1207079" cy="1190"/>
              </a:xfrm>
              <a:prstGeom prst="straightConnector1">
                <a:avLst/>
              </a:prstGeom>
              <a:ln w="444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E5C202A4-3D55-BB0B-C827-3773F15D5C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166680" y="2139302"/>
                <a:ext cx="3658035" cy="59315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0FA0C99-5357-5251-D4A6-E0E33FCA59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819232" y="2366807"/>
                <a:ext cx="3280790" cy="59315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5C6673A-26EE-72D5-9ECB-87F8850E167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819232" y="4572471"/>
                <a:ext cx="3280790" cy="59315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8F921747-CEF3-42F7-3E02-58614406771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45641" y="5196214"/>
                <a:ext cx="2479072" cy="59315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9476C981-E598-5CA2-7859-4927161326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74646" y="3676422"/>
                <a:ext cx="3950069" cy="59315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CC46C69-FB4F-E6AE-3F22-224CF580E1B3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739621" y="2231825"/>
                <a:ext cx="372076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/>
                  <a:t>Credibillity Scoring  &amp; Verdic </a:t>
                </a:r>
              </a:p>
            </p:txBody>
          </p:sp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78413673-DE26-B181-730A-D391D6F4959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06818" y="2162317"/>
                <a:ext cx="523120" cy="523120"/>
              </a:xfrm>
              <a:prstGeom prst="rect">
                <a:avLst/>
              </a:prstGeom>
            </p:spPr>
          </p:pic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088127F-A0A4-E536-1D5B-D4F05B7DA2CC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468378" y="3782203"/>
                <a:ext cx="388023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/>
                  <a:t>Live Fact-Check API Integration</a:t>
                </a:r>
              </a:p>
            </p:txBody>
          </p:sp>
          <p:pic>
            <p:nvPicPr>
              <p:cNvPr id="2050" name="Picture 2" descr="Completed task ">
                <a:extLst>
                  <a:ext uri="{FF2B5EF4-FFF2-40B4-BE49-F238E27FC236}">
                    <a16:creationId xmlns:a16="http://schemas.microsoft.com/office/drawing/2014/main" id="{A02C08D2-AB27-58E0-D3C9-C053FFB5539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37752" y="3741855"/>
                <a:ext cx="450374" cy="45037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C797AEE-A2ED-2F92-3BE7-61D50C89F6A1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5339" y="5274235"/>
                <a:ext cx="3562183" cy="677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/>
                  <a:t>History Tracking</a:t>
                </a:r>
              </a:p>
              <a:p>
                <a:endParaRPr lang="en-IN" dirty="0"/>
              </a:p>
            </p:txBody>
          </p:sp>
          <p:pic>
            <p:nvPicPr>
              <p:cNvPr id="47" name="Picture 46">
                <a:extLst>
                  <a:ext uri="{FF2B5EF4-FFF2-40B4-BE49-F238E27FC236}">
                    <a16:creationId xmlns:a16="http://schemas.microsoft.com/office/drawing/2014/main" id="{E16C61CC-420E-DB7D-83CA-720FC19C356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61700" y="5267567"/>
                <a:ext cx="443639" cy="443639"/>
              </a:xfrm>
              <a:prstGeom prst="rect">
                <a:avLst/>
              </a:prstGeom>
            </p:spPr>
          </p:pic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D37870A8-AADB-B921-4324-C5F625E7994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458581" y="2435880"/>
                <a:ext cx="465045" cy="465045"/>
              </a:xfrm>
              <a:prstGeom prst="rect">
                <a:avLst/>
              </a:prstGeom>
            </p:spPr>
          </p:pic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12FA90C-CA3E-0BCD-C2EF-73AB2A5C56AE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745873" y="3532558"/>
                <a:ext cx="424901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/>
                  <a:t>Image Forensics &amp; Deepfake Detection</a:t>
                </a:r>
              </a:p>
            </p:txBody>
          </p:sp>
        </p:grp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AA06A39D-33B2-7E97-D7F7-4484244F90D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428734" y="3529388"/>
              <a:ext cx="357809" cy="357809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26AC4E1-8710-1EEF-D115-CE038AF7E96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355097" y="2429764"/>
              <a:ext cx="34667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/>
                <a:t>Multi-language support</a:t>
              </a:r>
            </a:p>
          </p:txBody>
        </p: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9333853C-9345-8090-C1D1-70721840DD61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137459" y="4614412"/>
              <a:ext cx="399525" cy="399525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0FA853D-73EA-0B88-611A-01276FE5D00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350042" y="4643396"/>
              <a:ext cx="33474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/>
                <a:t>Quick Report Generation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3827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CCD9F-5A19-FFAC-D3E3-7CA4F24D35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200" y="801928"/>
            <a:ext cx="10515600" cy="842269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/>
              <a:t>Process flow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18CC6E-1F65-DE82-1D7D-3EEA8BFD8B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021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74A73E-0225-0257-EABE-B20BF2B37F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716006"/>
            <a:ext cx="12192000" cy="139536"/>
          </a:xfrm>
          <a:prstGeom prst="rect">
            <a:avLst/>
          </a:prstGeom>
        </p:spPr>
      </p:pic>
      <p:grpSp>
        <p:nvGrpSpPr>
          <p:cNvPr id="124" name="Group 123">
            <a:extLst>
              <a:ext uri="{FF2B5EF4-FFF2-40B4-BE49-F238E27FC236}">
                <a16:creationId xmlns:a16="http://schemas.microsoft.com/office/drawing/2014/main" id="{63C2275D-63F4-7200-F910-A999C899B5D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11318" y="1789043"/>
            <a:ext cx="11926957" cy="4786686"/>
            <a:chOff x="111318" y="1789043"/>
            <a:chExt cx="11926957" cy="478668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4AAAE8D-229E-60BD-037B-A2EB3DA8925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1318" y="1789043"/>
              <a:ext cx="11926957" cy="478668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3D3D3F-879E-FD00-E588-3D7F16855BB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7578" y="1853637"/>
              <a:ext cx="5168348" cy="465151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94F752F-029A-72AC-D96C-EBDED7559F6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12186" y="1853637"/>
              <a:ext cx="6546575" cy="465151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BC3A74-B548-3851-D9B8-5900D930F73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00545" y="4137120"/>
              <a:ext cx="1541759" cy="46117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InfoLens App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FC51EBC-8C46-8DE8-B049-D0B62EED11C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952005" y="4598295"/>
              <a:ext cx="0" cy="48424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294151E-46AA-4B31-96E6-32C77A8CA42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806440" y="4598295"/>
              <a:ext cx="0" cy="48424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83BB9C9-ACF5-E0A2-ED04-7D1E94106E5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82854" y="5082540"/>
              <a:ext cx="1361164" cy="3463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Spam Call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8AC8CDA-F403-FFAC-C567-BA37368894B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13133" y="5082540"/>
              <a:ext cx="1361164" cy="34632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AI ChatBot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8A44938-3EC9-3C76-2076-3F33198E8D6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6933537" y="5255701"/>
              <a:ext cx="4953663" cy="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251C5DD-2BDE-E4CB-9558-D573B665234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6163436" y="5428863"/>
              <a:ext cx="0" cy="43124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2E800CA-72B3-CBE8-8ABE-CAE1D693398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6677983" y="4895527"/>
              <a:ext cx="41814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301283E-74E3-56E4-B3D0-177B22DC647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17077" y="5870393"/>
              <a:ext cx="1361164" cy="34632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100" dirty="0">
                  <a:solidFill>
                    <a:schemeClr val="tx1"/>
                  </a:solidFill>
                </a:rPr>
                <a:t>Install Application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F43EC9AE-7EBD-715C-C028-CF0AFF7FD76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6878241" y="6055757"/>
              <a:ext cx="28936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C6417B0-6CD1-2091-A87A-43883B4AB6D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67604" y="5872291"/>
              <a:ext cx="1452140" cy="346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Check All Numbers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C0C70B0-01FE-106C-CACE-4EE2DF49FA4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05649" y="4788602"/>
              <a:ext cx="1453514" cy="21583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>
                  <a:solidFill>
                    <a:schemeClr val="tx1"/>
                  </a:solidFill>
                </a:rPr>
                <a:t>Incoming Call (real time)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15E11013-9A94-A57C-56CB-987A7C3B1838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8787765" y="5559809"/>
              <a:ext cx="51612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6A92713A-DE6D-A8FF-28C7-E80CD5C8912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8782431" y="6227416"/>
              <a:ext cx="51612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2394665-3471-638A-628F-5EA19ADAF53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8619744" y="6038926"/>
              <a:ext cx="171831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EEBF9B4-25A6-FC3B-576E-A33B5048045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8791575" y="5551170"/>
              <a:ext cx="0" cy="67522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E5E88F8-89C5-16AC-07C0-A16675030D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298552" y="6053236"/>
              <a:ext cx="2579499" cy="34632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100" dirty="0">
                  <a:solidFill>
                    <a:schemeClr val="tx1"/>
                  </a:solidFill>
                </a:rPr>
                <a:t>If Spam (store number in database Y)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D9487FE-66EC-CD7D-ABB0-7FFBFFB23A0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7695" y="5390836"/>
              <a:ext cx="2579502" cy="34632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100" dirty="0">
                  <a:solidFill>
                    <a:schemeClr val="tx1"/>
                  </a:solidFill>
                </a:rPr>
                <a:t>If Not Spam (store number in database X)  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99640D2D-8529-AD9E-C7F5-0FA81D4DB67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3856" y="5835522"/>
              <a:ext cx="952734" cy="1223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900" dirty="0">
                  <a:solidFill>
                    <a:schemeClr val="tx1"/>
                  </a:solidFill>
                </a:rPr>
                <a:t>Local Database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C3B85B78-4D51-DC0E-06A5-93EF4A772A2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1309851" y="5990371"/>
              <a:ext cx="0" cy="15651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78E8CD09-125D-A615-5F73-4FCCF452AD74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11656695" y="5621276"/>
              <a:ext cx="0" cy="17424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C1F4CFA-8CF4-E52A-BD4C-FBABC971A52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944100" y="5990371"/>
              <a:ext cx="1373943" cy="198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E10AB08B-ECC8-8B54-950C-38DEA8172A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402513" y="5797422"/>
              <a:ext cx="1255709" cy="1223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900" dirty="0">
                  <a:solidFill>
                    <a:schemeClr val="tx1"/>
                  </a:solidFill>
                </a:rPr>
                <a:t>Temporary Database</a:t>
              </a: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C46C118-ECB3-4DC3-1B90-689C3848169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1220450" y="5790929"/>
              <a:ext cx="43815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63FDBC45-ECE2-BCFB-260B-D86481BDD54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944100" y="5919763"/>
              <a:ext cx="0" cy="809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E8C9BF26-4706-A806-699D-B62EFC453F69}"/>
                </a:ext>
              </a:extLst>
            </p:cNvPr>
            <p:cNvCxnSpPr>
              <a:cxnSpLocks noGrp="1" noRot="1" noMove="1" noResize="1" noEditPoints="1" noAdjustHandles="1" noChangeArrowheads="1" noChangeShapeType="1"/>
              <a:endCxn id="51" idx="0"/>
            </p:cNvCxnSpPr>
            <p:nvPr/>
          </p:nvCxnSpPr>
          <p:spPr>
            <a:xfrm>
              <a:off x="11229975" y="5790496"/>
              <a:ext cx="248" cy="45026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D84CBEE0-F127-E66C-715A-29B914055D2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6682359" y="4895088"/>
              <a:ext cx="0" cy="187452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B9091813-E978-9AD2-7C69-D26A768A114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641043" y="4789493"/>
              <a:ext cx="1725961" cy="21583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>
                  <a:solidFill>
                    <a:schemeClr val="tx1"/>
                  </a:solidFill>
                </a:rPr>
                <a:t>Find Number in X Database</a:t>
              </a:r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E6F8905B-15D7-7C30-0FE4-CA64A10BEC1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9534525" y="5013198"/>
              <a:ext cx="0" cy="15272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D83672E-4BE8-6F93-D79C-BB8CA4C0303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800975" y="5013198"/>
              <a:ext cx="0" cy="15272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40CD032B-5278-655B-1F14-B4D27F2A4504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800975" y="5159689"/>
              <a:ext cx="173355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9164E1F1-CE7B-844F-CCDA-1D64B52DDC38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0530989" y="4165130"/>
              <a:ext cx="698986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BD28DF67-5012-0AD8-A2F6-8871E9D278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631071" y="4258565"/>
              <a:ext cx="1253806" cy="21583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>
                  <a:solidFill>
                    <a:schemeClr val="tx1"/>
                  </a:solidFill>
                </a:rPr>
                <a:t>Call Allowed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FD5E5827-8E14-6647-19A2-CD9F7C5723A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636151" y="4696324"/>
              <a:ext cx="1253809" cy="2571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>
                  <a:solidFill>
                    <a:schemeClr val="tx1"/>
                  </a:solidFill>
                </a:rPr>
                <a:t>Number is Available</a:t>
              </a:r>
            </a:p>
          </p:txBody>
        </p: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61947EDF-2F22-FDB9-83A0-D9BDE3982A1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0538835" y="4165130"/>
              <a:ext cx="0" cy="97608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CCE7B09F-3B34-95A5-3376-1800E5EFC24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0367004" y="4895088"/>
              <a:ext cx="171831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4A2E03ED-79C2-FE25-103A-D4E0C915A61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0530989" y="5137404"/>
              <a:ext cx="737394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EE41BA2F-5163-49BA-CFB3-283CB65272E1}"/>
                </a:ext>
              </a:extLst>
            </p:cNvPr>
            <p:cNvCxnSpPr>
              <a:cxnSpLocks noGrp="1" noRot="1" noMove="1" noResize="1" noEditPoints="1" noAdjustHandles="1" noChangeArrowheads="1" noChangeShapeType="1"/>
              <a:endCxn id="91" idx="2"/>
            </p:cNvCxnSpPr>
            <p:nvPr/>
          </p:nvCxnSpPr>
          <p:spPr>
            <a:xfrm flipV="1">
              <a:off x="11263056" y="4953492"/>
              <a:ext cx="0" cy="19209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E96BB03E-F95B-5D99-DF6D-2264D021AA74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11268383" y="4496695"/>
              <a:ext cx="0" cy="19962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14142F6E-10D4-BB99-57F4-EE4CFB61F5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36082" y="3734337"/>
              <a:ext cx="1478500" cy="2571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>
                  <a:solidFill>
                    <a:schemeClr val="tx1"/>
                  </a:solidFill>
                </a:rPr>
                <a:t>Number is not Available</a:t>
              </a:r>
            </a:p>
          </p:txBody>
        </p: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A63A15E3-100F-237C-AE4D-61A9176B52A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11227435" y="4007349"/>
              <a:ext cx="0" cy="16696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9" name="Rectangle 238">
            <a:extLst>
              <a:ext uri="{FF2B5EF4-FFF2-40B4-BE49-F238E27FC236}">
                <a16:creationId xmlns:a16="http://schemas.microsoft.com/office/drawing/2014/main" id="{4D8B5C3A-EF66-BF58-85D4-8D7CB024E621}"/>
              </a:ext>
            </a:extLst>
          </p:cNvPr>
          <p:cNvSpPr/>
          <p:nvPr/>
        </p:nvSpPr>
        <p:spPr>
          <a:xfrm>
            <a:off x="9220542" y="3030334"/>
            <a:ext cx="2619156" cy="21583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Switch location from Database Y to Database Z</a:t>
            </a:r>
          </a:p>
        </p:txBody>
      </p: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6C89A83A-1169-D541-7208-9F1066964C13}"/>
              </a:ext>
            </a:extLst>
          </p:cNvPr>
          <p:cNvGrpSpPr/>
          <p:nvPr/>
        </p:nvGrpSpPr>
        <p:grpSpPr>
          <a:xfrm>
            <a:off x="5482854" y="1987765"/>
            <a:ext cx="6287918" cy="2600325"/>
            <a:chOff x="5482854" y="1987765"/>
            <a:chExt cx="6287918" cy="2600325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0A7E9244-2701-DB23-AE12-2AEC5386F7DE}"/>
                </a:ext>
              </a:extLst>
            </p:cNvPr>
            <p:cNvSpPr/>
            <p:nvPr/>
          </p:nvSpPr>
          <p:spPr>
            <a:xfrm>
              <a:off x="8782431" y="4176537"/>
              <a:ext cx="1599276" cy="2389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>
                  <a:solidFill>
                    <a:schemeClr val="tx1"/>
                  </a:solidFill>
                </a:rPr>
                <a:t>Find number in Y Database</a:t>
              </a:r>
            </a:p>
          </p:txBody>
        </p: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33C81C88-2F4E-93DF-FEDC-A8ED3CEAA6B8}"/>
                </a:ext>
              </a:extLst>
            </p:cNvPr>
            <p:cNvCxnSpPr>
              <a:cxnSpLocks/>
            </p:cNvCxnSpPr>
            <p:nvPr/>
          </p:nvCxnSpPr>
          <p:spPr>
            <a:xfrm>
              <a:off x="9624060" y="3862921"/>
              <a:ext cx="812022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50B92345-ABB6-4948-F7D5-06B7E09C2A01}"/>
                </a:ext>
              </a:extLst>
            </p:cNvPr>
            <p:cNvCxnSpPr>
              <a:cxnSpLocks/>
            </p:cNvCxnSpPr>
            <p:nvPr/>
          </p:nvCxnSpPr>
          <p:spPr>
            <a:xfrm>
              <a:off x="9628791" y="3853710"/>
              <a:ext cx="0" cy="30951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9FEF3C55-37E6-ACAF-66A9-A40625828C17}"/>
                </a:ext>
              </a:extLst>
            </p:cNvPr>
            <p:cNvCxnSpPr>
              <a:cxnSpLocks/>
            </p:cNvCxnSpPr>
            <p:nvPr/>
          </p:nvCxnSpPr>
          <p:spPr>
            <a:xfrm>
              <a:off x="9534525" y="4405299"/>
              <a:ext cx="0" cy="18279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04F9D651-B366-25EB-0A38-57560D425E57}"/>
                </a:ext>
              </a:extLst>
            </p:cNvPr>
            <p:cNvCxnSpPr>
              <a:cxnSpLocks/>
            </p:cNvCxnSpPr>
            <p:nvPr/>
          </p:nvCxnSpPr>
          <p:spPr>
            <a:xfrm>
              <a:off x="6591631" y="4577340"/>
              <a:ext cx="2948609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83AA5E87-A66D-2F02-0CE9-FDE71FEDF70E}"/>
                </a:ext>
              </a:extLst>
            </p:cNvPr>
            <p:cNvCxnSpPr>
              <a:cxnSpLocks/>
            </p:cNvCxnSpPr>
            <p:nvPr/>
          </p:nvCxnSpPr>
          <p:spPr>
            <a:xfrm>
              <a:off x="6598698" y="3970020"/>
              <a:ext cx="0" cy="612355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958791B4-CAC1-75A1-1D5D-4665D7394281}"/>
                </a:ext>
              </a:extLst>
            </p:cNvPr>
            <p:cNvCxnSpPr>
              <a:cxnSpLocks/>
            </p:cNvCxnSpPr>
            <p:nvPr/>
          </p:nvCxnSpPr>
          <p:spPr>
            <a:xfrm>
              <a:off x="5692352" y="2197605"/>
              <a:ext cx="0" cy="50747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AF1E8916-76D0-710A-07CA-27923409D49D}"/>
                </a:ext>
              </a:extLst>
            </p:cNvPr>
            <p:cNvSpPr/>
            <p:nvPr/>
          </p:nvSpPr>
          <p:spPr>
            <a:xfrm>
              <a:off x="7390840" y="4087707"/>
              <a:ext cx="1253809" cy="2571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>
                  <a:solidFill>
                    <a:schemeClr val="tx1"/>
                  </a:solidFill>
                </a:rPr>
                <a:t>Number is Available</a:t>
              </a: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E83BA1E0-5DCE-1ED2-F1F4-5BD65BF2A87E}"/>
                </a:ext>
              </a:extLst>
            </p:cNvPr>
            <p:cNvSpPr/>
            <p:nvPr/>
          </p:nvSpPr>
          <p:spPr>
            <a:xfrm>
              <a:off x="5586271" y="3343622"/>
              <a:ext cx="1478500" cy="2571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>
                  <a:solidFill>
                    <a:schemeClr val="tx1"/>
                  </a:solidFill>
                </a:rPr>
                <a:t>Number is not Available</a:t>
              </a:r>
            </a:p>
          </p:txBody>
        </p: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DE3F48F0-91D7-0A81-CC5C-EA7F25634B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15809" y="3979161"/>
              <a:ext cx="288604" cy="257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EA2D5C3F-63FA-12A3-D6FD-416092DF95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25521" y="3623310"/>
              <a:ext cx="0" cy="35775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4A7D7E3B-7B13-2D40-F1CE-8F03B1AB57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17744" y="4364872"/>
              <a:ext cx="0" cy="21246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4F0E7288-84C5-1AC0-A085-8CE9914EAAF8}"/>
                </a:ext>
              </a:extLst>
            </p:cNvPr>
            <p:cNvSpPr/>
            <p:nvPr/>
          </p:nvSpPr>
          <p:spPr>
            <a:xfrm>
              <a:off x="5482854" y="2705079"/>
              <a:ext cx="1747495" cy="2571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>
                  <a:solidFill>
                    <a:schemeClr val="tx1"/>
                  </a:solidFill>
                </a:rPr>
                <a:t>Find Number in Z Database</a:t>
              </a:r>
            </a:p>
          </p:txBody>
        </p: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9D808077-DEC2-936E-6F66-0DAF403928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21524" y="2987159"/>
              <a:ext cx="0" cy="35775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17CD948F-378B-6CF0-7C28-1E8195AD0057}"/>
                </a:ext>
              </a:extLst>
            </p:cNvPr>
            <p:cNvCxnSpPr>
              <a:cxnSpLocks/>
            </p:cNvCxnSpPr>
            <p:nvPr/>
          </p:nvCxnSpPr>
          <p:spPr>
            <a:xfrm>
              <a:off x="6037704" y="2464755"/>
              <a:ext cx="58199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8049F32C-6CC6-0C2E-0ACC-C23BA7345CBE}"/>
                </a:ext>
              </a:extLst>
            </p:cNvPr>
            <p:cNvSpPr/>
            <p:nvPr/>
          </p:nvSpPr>
          <p:spPr>
            <a:xfrm>
              <a:off x="5482855" y="1987765"/>
              <a:ext cx="1835002" cy="21583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>
                  <a:solidFill>
                    <a:schemeClr val="tx1"/>
                  </a:solidFill>
                </a:rPr>
                <a:t>Z Database is Central Database</a:t>
              </a:r>
            </a:p>
          </p:txBody>
        </p: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A473E45F-961C-30E3-88AC-31B468EF5CA3}"/>
                </a:ext>
              </a:extLst>
            </p:cNvPr>
            <p:cNvCxnSpPr>
              <a:cxnSpLocks/>
            </p:cNvCxnSpPr>
            <p:nvPr/>
          </p:nvCxnSpPr>
          <p:spPr>
            <a:xfrm>
              <a:off x="6047229" y="2464755"/>
              <a:ext cx="0" cy="24032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BFD22654-DC21-C6E6-D52D-184791098292}"/>
                </a:ext>
              </a:extLst>
            </p:cNvPr>
            <p:cNvSpPr/>
            <p:nvPr/>
          </p:nvSpPr>
          <p:spPr>
            <a:xfrm>
              <a:off x="6629221" y="2303421"/>
              <a:ext cx="1747495" cy="3173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>
                  <a:solidFill>
                    <a:schemeClr val="tx1"/>
                  </a:solidFill>
                </a:rPr>
                <a:t>99.9% Surely available in Z database </a:t>
              </a:r>
            </a:p>
          </p:txBody>
        </p: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D8022852-98B0-2D5F-0B55-EFF0541CA7D8}"/>
                </a:ext>
              </a:extLst>
            </p:cNvPr>
            <p:cNvCxnSpPr>
              <a:cxnSpLocks/>
            </p:cNvCxnSpPr>
            <p:nvPr/>
          </p:nvCxnSpPr>
          <p:spPr>
            <a:xfrm>
              <a:off x="7824047" y="2007870"/>
              <a:ext cx="0" cy="29555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DC1BFB11-A2A3-8007-9124-08A2BDFF28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16427" y="2009963"/>
              <a:ext cx="3291628" cy="552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0179EBA2-DEF5-32D7-099F-E644032F30D2}"/>
                </a:ext>
              </a:extLst>
            </p:cNvPr>
            <p:cNvSpPr/>
            <p:nvPr/>
          </p:nvSpPr>
          <p:spPr>
            <a:xfrm>
              <a:off x="8584704" y="2309671"/>
              <a:ext cx="1544565" cy="21583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>
                  <a:solidFill>
                    <a:schemeClr val="tx1"/>
                  </a:solidFill>
                </a:rPr>
                <a:t>Report Number (optional)</a:t>
              </a:r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29FF0C0D-BE17-DBAE-6E47-7CB869820F17}"/>
                </a:ext>
              </a:extLst>
            </p:cNvPr>
            <p:cNvSpPr/>
            <p:nvPr/>
          </p:nvSpPr>
          <p:spPr>
            <a:xfrm>
              <a:off x="10317258" y="2303159"/>
              <a:ext cx="1453514" cy="21583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>
                  <a:solidFill>
                    <a:schemeClr val="tx1"/>
                  </a:solidFill>
                </a:rPr>
                <a:t>Block Number(optional)</a:t>
              </a:r>
            </a:p>
          </p:txBody>
        </p:sp>
        <p:cxnSp>
          <p:nvCxnSpPr>
            <p:cNvPr id="179" name="Straight Arrow Connector 178">
              <a:extLst>
                <a:ext uri="{FF2B5EF4-FFF2-40B4-BE49-F238E27FC236}">
                  <a16:creationId xmlns:a16="http://schemas.microsoft.com/office/drawing/2014/main" id="{4F8D2721-A6CA-BF57-A270-FF1660CE6030}"/>
                </a:ext>
              </a:extLst>
            </p:cNvPr>
            <p:cNvCxnSpPr>
              <a:cxnSpLocks/>
            </p:cNvCxnSpPr>
            <p:nvPr/>
          </p:nvCxnSpPr>
          <p:spPr>
            <a:xfrm>
              <a:off x="9351109" y="2017952"/>
              <a:ext cx="0" cy="27775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Straight Arrow Connector 181">
              <a:extLst>
                <a:ext uri="{FF2B5EF4-FFF2-40B4-BE49-F238E27FC236}">
                  <a16:creationId xmlns:a16="http://schemas.microsoft.com/office/drawing/2014/main" id="{4553AC9B-FBC4-A44B-87A6-B37189301E64}"/>
                </a:ext>
              </a:extLst>
            </p:cNvPr>
            <p:cNvCxnSpPr>
              <a:cxnSpLocks/>
            </p:cNvCxnSpPr>
            <p:nvPr/>
          </p:nvCxnSpPr>
          <p:spPr>
            <a:xfrm>
              <a:off x="11100435" y="2002155"/>
              <a:ext cx="0" cy="29182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5" name="Straight Arrow Connector 184">
              <a:extLst>
                <a:ext uri="{FF2B5EF4-FFF2-40B4-BE49-F238E27FC236}">
                  <a16:creationId xmlns:a16="http://schemas.microsoft.com/office/drawing/2014/main" id="{7A95B88A-FEDA-7FA8-2D03-DA5F3C374D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17744" y="3935730"/>
              <a:ext cx="0" cy="13235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64F592D0-C354-E267-44C3-D2EECACD775C}"/>
                </a:ext>
              </a:extLst>
            </p:cNvPr>
            <p:cNvSpPr/>
            <p:nvPr/>
          </p:nvSpPr>
          <p:spPr>
            <a:xfrm>
              <a:off x="7157085" y="3667813"/>
              <a:ext cx="1718737" cy="2571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>
                  <a:solidFill>
                    <a:schemeClr val="tx1"/>
                  </a:solidFill>
                </a:rPr>
                <a:t>Check and Count Spam Rate</a:t>
              </a: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3F4A5B46-2A2F-A2F7-F1B7-F11603ABF02B}"/>
                </a:ext>
              </a:extLst>
            </p:cNvPr>
            <p:cNvSpPr/>
            <p:nvPr/>
          </p:nvSpPr>
          <p:spPr>
            <a:xfrm>
              <a:off x="7260072" y="2648968"/>
              <a:ext cx="1112709" cy="9187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600" dirty="0">
                  <a:solidFill>
                    <a:schemeClr val="tx1"/>
                  </a:solidFill>
                </a:rPr>
                <a:t>Check Number is spam or not</a:t>
              </a: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3A4E9D74-E164-6E33-E02B-297028D89E7E}"/>
                </a:ext>
              </a:extLst>
            </p:cNvPr>
            <p:cNvSpPr/>
            <p:nvPr/>
          </p:nvSpPr>
          <p:spPr>
            <a:xfrm>
              <a:off x="8634548" y="2559391"/>
              <a:ext cx="1453514" cy="3496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900" dirty="0">
                  <a:solidFill>
                    <a:schemeClr val="tx1"/>
                  </a:solidFill>
                </a:rPr>
                <a:t>Still store in Y database &amp; </a:t>
              </a:r>
            </a:p>
            <a:p>
              <a:pPr algn="ctr"/>
              <a:r>
                <a:rPr lang="en-IN" sz="900" dirty="0">
                  <a:solidFill>
                    <a:schemeClr val="tx1"/>
                  </a:solidFill>
                </a:rPr>
                <a:t>Increase spam rate</a:t>
              </a: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F9B365DE-9EC3-18BB-EFDD-0B55419A24EA}"/>
                </a:ext>
              </a:extLst>
            </p:cNvPr>
            <p:cNvSpPr/>
            <p:nvPr/>
          </p:nvSpPr>
          <p:spPr>
            <a:xfrm>
              <a:off x="7502968" y="3403077"/>
              <a:ext cx="1544562" cy="2389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>
                  <a:solidFill>
                    <a:schemeClr val="tx1"/>
                  </a:solidFill>
                </a:rPr>
                <a:t>Spam Rate &gt; 15 , 20 time</a:t>
              </a:r>
            </a:p>
          </p:txBody>
        </p: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DD15D3B0-7942-4DFE-63D4-90BE16E8F48C}"/>
                </a:ext>
              </a:extLst>
            </p:cNvPr>
            <p:cNvCxnSpPr>
              <a:cxnSpLocks/>
            </p:cNvCxnSpPr>
            <p:nvPr/>
          </p:nvCxnSpPr>
          <p:spPr>
            <a:xfrm>
              <a:off x="7236716" y="3286125"/>
              <a:ext cx="0" cy="381688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895027CD-5EE3-B057-F665-2A898BE9DA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502968" y="3119217"/>
              <a:ext cx="1544562" cy="2389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>
                  <a:solidFill>
                    <a:schemeClr val="tx1"/>
                  </a:solidFill>
                </a:rPr>
                <a:t>Spam Rate &lt; 15 , 20 time</a:t>
              </a:r>
            </a:p>
          </p:txBody>
        </p:sp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B633B1F1-0CF9-B5F7-47FC-F484C3C7B653}"/>
                </a:ext>
              </a:extLst>
            </p:cNvPr>
            <p:cNvCxnSpPr>
              <a:cxnSpLocks/>
            </p:cNvCxnSpPr>
            <p:nvPr/>
          </p:nvCxnSpPr>
          <p:spPr>
            <a:xfrm>
              <a:off x="7228444" y="3294057"/>
              <a:ext cx="2643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8" name="Straight Arrow Connector 197">
              <a:extLst>
                <a:ext uri="{FF2B5EF4-FFF2-40B4-BE49-F238E27FC236}">
                  <a16:creationId xmlns:a16="http://schemas.microsoft.com/office/drawing/2014/main" id="{DBF38866-C39B-7295-B40B-EA36AF078811}"/>
                </a:ext>
              </a:extLst>
            </p:cNvPr>
            <p:cNvCxnSpPr>
              <a:cxnSpLocks/>
            </p:cNvCxnSpPr>
            <p:nvPr/>
          </p:nvCxnSpPr>
          <p:spPr>
            <a:xfrm>
              <a:off x="7230349" y="3544829"/>
              <a:ext cx="2643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Straight Arrow Connector 198">
              <a:extLst>
                <a:ext uri="{FF2B5EF4-FFF2-40B4-BE49-F238E27FC236}">
                  <a16:creationId xmlns:a16="http://schemas.microsoft.com/office/drawing/2014/main" id="{A77A9E4C-CD5A-A09E-E0AA-D968CF3C8F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6998" y="2748467"/>
              <a:ext cx="2202" cy="42519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C42EA1A1-ED75-CAB3-4EF3-C80BA54AE5C1}"/>
                </a:ext>
              </a:extLst>
            </p:cNvPr>
            <p:cNvSpPr/>
            <p:nvPr/>
          </p:nvSpPr>
          <p:spPr>
            <a:xfrm>
              <a:off x="10317258" y="2561052"/>
              <a:ext cx="1453514" cy="3496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900" dirty="0">
                  <a:solidFill>
                    <a:schemeClr val="tx1"/>
                  </a:solidFill>
                </a:rPr>
                <a:t>Still store in Y database &amp; </a:t>
              </a:r>
            </a:p>
            <a:p>
              <a:pPr algn="ctr"/>
              <a:r>
                <a:rPr lang="en-IN" sz="900" dirty="0">
                  <a:solidFill>
                    <a:schemeClr val="tx1"/>
                  </a:solidFill>
                </a:rPr>
                <a:t>constant spam rate</a:t>
              </a:r>
            </a:p>
          </p:txBody>
        </p: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FD60104E-91E7-FB60-1FEC-45344FF666F4}"/>
                </a:ext>
              </a:extLst>
            </p:cNvPr>
            <p:cNvCxnSpPr>
              <a:cxnSpLocks/>
            </p:cNvCxnSpPr>
            <p:nvPr/>
          </p:nvCxnSpPr>
          <p:spPr>
            <a:xfrm>
              <a:off x="7299378" y="3169847"/>
              <a:ext cx="20359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45E7A438-E2D3-F1A5-2C42-99550430651C}"/>
                </a:ext>
              </a:extLst>
            </p:cNvPr>
            <p:cNvCxnSpPr>
              <a:cxnSpLocks/>
            </p:cNvCxnSpPr>
            <p:nvPr/>
          </p:nvCxnSpPr>
          <p:spPr>
            <a:xfrm>
              <a:off x="7441178" y="2740343"/>
              <a:ext cx="0" cy="25500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B124C609-B369-4BCB-FEED-ABBC0EED7A10}"/>
                </a:ext>
              </a:extLst>
            </p:cNvPr>
            <p:cNvSpPr/>
            <p:nvPr/>
          </p:nvSpPr>
          <p:spPr>
            <a:xfrm>
              <a:off x="7708963" y="2808719"/>
              <a:ext cx="450775" cy="9187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600" dirty="0">
                  <a:solidFill>
                    <a:schemeClr val="tx1"/>
                  </a:solidFill>
                </a:rPr>
                <a:t>Spam</a:t>
              </a: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BF0812A5-8DFB-EA35-BCD1-455AF2F5F594}"/>
                </a:ext>
              </a:extLst>
            </p:cNvPr>
            <p:cNvSpPr/>
            <p:nvPr/>
          </p:nvSpPr>
          <p:spPr>
            <a:xfrm>
              <a:off x="7703512" y="2947980"/>
              <a:ext cx="486317" cy="9187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600" dirty="0">
                  <a:solidFill>
                    <a:schemeClr val="tx1"/>
                  </a:solidFill>
                </a:rPr>
                <a:t>Not Spam</a:t>
              </a:r>
            </a:p>
          </p:txBody>
        </p:sp>
        <p:cxnSp>
          <p:nvCxnSpPr>
            <p:cNvPr id="219" name="Straight Arrow Connector 218">
              <a:extLst>
                <a:ext uri="{FF2B5EF4-FFF2-40B4-BE49-F238E27FC236}">
                  <a16:creationId xmlns:a16="http://schemas.microsoft.com/office/drawing/2014/main" id="{13C7EE4B-4E88-AE37-172B-269EF82B77B4}"/>
                </a:ext>
              </a:extLst>
            </p:cNvPr>
            <p:cNvCxnSpPr>
              <a:cxnSpLocks/>
            </p:cNvCxnSpPr>
            <p:nvPr/>
          </p:nvCxnSpPr>
          <p:spPr>
            <a:xfrm>
              <a:off x="7436963" y="2853049"/>
              <a:ext cx="2643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0" name="Straight Arrow Connector 219">
              <a:extLst>
                <a:ext uri="{FF2B5EF4-FFF2-40B4-BE49-F238E27FC236}">
                  <a16:creationId xmlns:a16="http://schemas.microsoft.com/office/drawing/2014/main" id="{87DFBF73-C0E1-0DD0-4974-AD1873C5FA81}"/>
                </a:ext>
              </a:extLst>
            </p:cNvPr>
            <p:cNvCxnSpPr>
              <a:cxnSpLocks/>
            </p:cNvCxnSpPr>
            <p:nvPr/>
          </p:nvCxnSpPr>
          <p:spPr>
            <a:xfrm>
              <a:off x="7431960" y="2995352"/>
              <a:ext cx="2643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5" name="Straight Arrow Connector 224">
              <a:extLst>
                <a:ext uri="{FF2B5EF4-FFF2-40B4-BE49-F238E27FC236}">
                  <a16:creationId xmlns:a16="http://schemas.microsoft.com/office/drawing/2014/main" id="{BF19FD85-BACC-F658-0C92-A5B0CE280941}"/>
                </a:ext>
              </a:extLst>
            </p:cNvPr>
            <p:cNvCxnSpPr>
              <a:cxnSpLocks/>
            </p:cNvCxnSpPr>
            <p:nvPr/>
          </p:nvCxnSpPr>
          <p:spPr>
            <a:xfrm>
              <a:off x="8153549" y="2853049"/>
              <a:ext cx="48099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2B8D3BB2-A5F3-F0EC-EBB5-C1293FB9A1F4}"/>
                </a:ext>
              </a:extLst>
            </p:cNvPr>
            <p:cNvCxnSpPr>
              <a:cxnSpLocks/>
            </p:cNvCxnSpPr>
            <p:nvPr/>
          </p:nvCxnSpPr>
          <p:spPr>
            <a:xfrm>
              <a:off x="8195867" y="2975025"/>
              <a:ext cx="1969213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4ECF2BD5-40AA-7099-F50D-6832E624EE39}"/>
                </a:ext>
              </a:extLst>
            </p:cNvPr>
            <p:cNvCxnSpPr>
              <a:cxnSpLocks/>
            </p:cNvCxnSpPr>
            <p:nvPr/>
          </p:nvCxnSpPr>
          <p:spPr>
            <a:xfrm>
              <a:off x="10159577" y="2778351"/>
              <a:ext cx="0" cy="20690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4" name="Straight Arrow Connector 233">
              <a:extLst>
                <a:ext uri="{FF2B5EF4-FFF2-40B4-BE49-F238E27FC236}">
                  <a16:creationId xmlns:a16="http://schemas.microsoft.com/office/drawing/2014/main" id="{675BD495-0B05-2BFB-90D8-4415DA1F9775}"/>
                </a:ext>
              </a:extLst>
            </p:cNvPr>
            <p:cNvCxnSpPr>
              <a:cxnSpLocks/>
            </p:cNvCxnSpPr>
            <p:nvPr/>
          </p:nvCxnSpPr>
          <p:spPr>
            <a:xfrm>
              <a:off x="10149357" y="2784636"/>
              <a:ext cx="14145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7" name="Straight Arrow Connector 236">
              <a:extLst>
                <a:ext uri="{FF2B5EF4-FFF2-40B4-BE49-F238E27FC236}">
                  <a16:creationId xmlns:a16="http://schemas.microsoft.com/office/drawing/2014/main" id="{A04CDB99-6432-AEA1-18B4-68E314E3E32D}"/>
                </a:ext>
              </a:extLst>
            </p:cNvPr>
            <p:cNvCxnSpPr>
              <a:cxnSpLocks/>
            </p:cNvCxnSpPr>
            <p:nvPr/>
          </p:nvCxnSpPr>
          <p:spPr>
            <a:xfrm>
              <a:off x="9273953" y="3538488"/>
              <a:ext cx="2643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0" name="Straight Arrow Connector 239">
              <a:extLst>
                <a:ext uri="{FF2B5EF4-FFF2-40B4-BE49-F238E27FC236}">
                  <a16:creationId xmlns:a16="http://schemas.microsoft.com/office/drawing/2014/main" id="{414147F1-3FC4-7CEF-AE27-DF71861325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88379" y="3252147"/>
              <a:ext cx="0" cy="29268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85AFAD0C-1095-5D9E-43C5-04CB124B720E}"/>
                </a:ext>
              </a:extLst>
            </p:cNvPr>
            <p:cNvCxnSpPr>
              <a:cxnSpLocks/>
            </p:cNvCxnSpPr>
            <p:nvPr/>
          </p:nvCxnSpPr>
          <p:spPr>
            <a:xfrm>
              <a:off x="9047530" y="3537800"/>
              <a:ext cx="250374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94974587-13DF-3287-B2DE-277D1D10C1CD}"/>
                </a:ext>
              </a:extLst>
            </p:cNvPr>
            <p:cNvSpPr/>
            <p:nvPr/>
          </p:nvSpPr>
          <p:spPr>
            <a:xfrm>
              <a:off x="9552761" y="3408658"/>
              <a:ext cx="1957178" cy="21583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>
                  <a:solidFill>
                    <a:schemeClr val="tx1"/>
                  </a:solidFill>
                </a:rPr>
                <a:t>(optional) Report &amp; Block Number</a:t>
              </a:r>
            </a:p>
          </p:txBody>
        </p:sp>
      </p:grp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599819AE-EB14-4E67-5E6C-F42C5C8F724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38488" y="1924547"/>
            <a:ext cx="5026931" cy="4533558"/>
            <a:chOff x="238488" y="1924547"/>
            <a:chExt cx="5026931" cy="4533558"/>
          </a:xfrm>
        </p:grpSpPr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B8F8DD6C-0E26-B5D8-7F1B-011F7D99485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43513" y="4461603"/>
              <a:ext cx="1361164" cy="34632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User Input</a:t>
              </a:r>
            </a:p>
          </p:txBody>
        </p:sp>
        <p:cxnSp>
          <p:nvCxnSpPr>
            <p:cNvPr id="249" name="Straight Arrow Connector 248">
              <a:extLst>
                <a:ext uri="{FF2B5EF4-FFF2-40B4-BE49-F238E27FC236}">
                  <a16:creationId xmlns:a16="http://schemas.microsoft.com/office/drawing/2014/main" id="{6DFE132A-EE32-920B-BA9F-95367568388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4098215" y="4826000"/>
              <a:ext cx="0" cy="25247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0" name="Straight Arrow Connector 249">
              <a:extLst>
                <a:ext uri="{FF2B5EF4-FFF2-40B4-BE49-F238E27FC236}">
                  <a16:creationId xmlns:a16="http://schemas.microsoft.com/office/drawing/2014/main" id="{BEDCE15D-587C-4EEB-59C0-E5038A9A2E2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390351" y="5997321"/>
              <a:ext cx="0" cy="28276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1" name="Straight Arrow Connector 250">
              <a:extLst>
                <a:ext uri="{FF2B5EF4-FFF2-40B4-BE49-F238E27FC236}">
                  <a16:creationId xmlns:a16="http://schemas.microsoft.com/office/drawing/2014/main" id="{5B1F8355-8D06-210C-926B-BD196A99018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2042919" y="5078475"/>
              <a:ext cx="0" cy="104338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4" name="Straight Arrow Connector 253">
              <a:extLst>
                <a:ext uri="{FF2B5EF4-FFF2-40B4-BE49-F238E27FC236}">
                  <a16:creationId xmlns:a16="http://schemas.microsoft.com/office/drawing/2014/main" id="{CD714911-A678-5094-CA72-3D2F8BDDF71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457128" y="4807926"/>
              <a:ext cx="0" cy="46257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906FCF78-9071-059E-C1DE-D72899D4E46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31200" y="5270500"/>
              <a:ext cx="1525255" cy="34632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Detect Intent</a:t>
              </a:r>
            </a:p>
          </p:txBody>
        </p: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D1168385-3101-0DDD-E82C-70494B42EBA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061467" y="5615660"/>
              <a:ext cx="0" cy="27206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2EB0BB53-C073-E7A8-388B-ECBC0B338B9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1880" y="5893032"/>
              <a:ext cx="140208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B43377EC-4AAD-9DC8-95EF-D3AF085FFD2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4094" y="5505966"/>
              <a:ext cx="1441325" cy="53994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Normal Conversation</a:t>
              </a:r>
            </a:p>
          </p:txBody>
        </p:sp>
        <p:cxnSp>
          <p:nvCxnSpPr>
            <p:cNvPr id="266" name="Straight Arrow Connector 265">
              <a:extLst>
                <a:ext uri="{FF2B5EF4-FFF2-40B4-BE49-F238E27FC236}">
                  <a16:creationId xmlns:a16="http://schemas.microsoft.com/office/drawing/2014/main" id="{67F9D21D-918D-2BD2-6D3C-C8BCEC3A9EA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252718" y="5893025"/>
              <a:ext cx="56756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7" name="Straight Arrow Connector 266">
              <a:extLst>
                <a:ext uri="{FF2B5EF4-FFF2-40B4-BE49-F238E27FC236}">
                  <a16:creationId xmlns:a16="http://schemas.microsoft.com/office/drawing/2014/main" id="{E097DFF7-A350-780E-E4A5-509914D036D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51668" y="5887720"/>
              <a:ext cx="0" cy="21920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9" name="Straight Arrow Connector 268">
              <a:extLst>
                <a:ext uri="{FF2B5EF4-FFF2-40B4-BE49-F238E27FC236}">
                  <a16:creationId xmlns:a16="http://schemas.microsoft.com/office/drawing/2014/main" id="{4EC94EE2-B72B-F420-B29D-6E1D3F1EEAC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H="1">
              <a:off x="4755835" y="6281420"/>
              <a:ext cx="3147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BCCCEE6F-AD37-5F64-F3FF-A0384541A9A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062987" y="6045913"/>
              <a:ext cx="0" cy="23804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16EAEDF8-2EF7-6289-91A8-8B9D3BDBD4B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69460" y="6106923"/>
              <a:ext cx="1361164" cy="34632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Response</a:t>
              </a:r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53FB2264-2653-FECE-BBC8-CC0FC0FC65B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38200" y="6111782"/>
              <a:ext cx="2284295" cy="34632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Flow Misinformation</a:t>
              </a:r>
            </a:p>
          </p:txBody>
        </p: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EE18786F-8F60-4EC5-51F3-FAB51A33F60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0826" y="6280084"/>
              <a:ext cx="457374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1DE738F7-86C4-E61F-0081-746F84B8EC8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9170" y="5566927"/>
              <a:ext cx="558548" cy="4277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>
                  <a:solidFill>
                    <a:schemeClr val="tx1"/>
                  </a:solidFill>
                </a:rPr>
                <a:t>Detect Flow &amp; Intent</a:t>
              </a:r>
            </a:p>
          </p:txBody>
        </p:sp>
        <p:cxnSp>
          <p:nvCxnSpPr>
            <p:cNvPr id="288" name="Straight Arrow Connector 287">
              <a:extLst>
                <a:ext uri="{FF2B5EF4-FFF2-40B4-BE49-F238E27FC236}">
                  <a16:creationId xmlns:a16="http://schemas.microsoft.com/office/drawing/2014/main" id="{1829C5F8-A200-56EF-2C47-CDA51C33C12B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807718" y="5867216"/>
              <a:ext cx="2209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Straight Arrow Connector 288">
              <a:extLst>
                <a:ext uri="{FF2B5EF4-FFF2-40B4-BE49-F238E27FC236}">
                  <a16:creationId xmlns:a16="http://schemas.microsoft.com/office/drawing/2014/main" id="{EA583F2C-7E49-68B1-A26F-92093C5D851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H="1">
              <a:off x="821409" y="5405561"/>
              <a:ext cx="23966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91" name="Rectangle: Rounded Corners 290">
              <a:extLst>
                <a:ext uri="{FF2B5EF4-FFF2-40B4-BE49-F238E27FC236}">
                  <a16:creationId xmlns:a16="http://schemas.microsoft.com/office/drawing/2014/main" id="{99C7D340-668E-7712-50FA-B8510C2B03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61074" y="5270500"/>
              <a:ext cx="806308" cy="802268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98CD2093-BEF8-C866-BA0F-E1F20DEDBFA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03085" y="5324683"/>
              <a:ext cx="948262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dirty="0"/>
                <a:t>1. Fact &amp; myth</a:t>
              </a:r>
            </a:p>
            <a:p>
              <a:r>
                <a:rPr lang="en-IN" sz="1000" dirty="0"/>
                <a:t>2. Political</a:t>
              </a:r>
            </a:p>
            <a:p>
              <a:r>
                <a:rPr lang="en-IN" sz="1000" dirty="0"/>
                <a:t>3. Business</a:t>
              </a:r>
            </a:p>
            <a:p>
              <a:r>
                <a:rPr lang="en-IN" sz="1000" dirty="0"/>
                <a:t>4. educational</a:t>
              </a:r>
            </a:p>
            <a:p>
              <a:endParaRPr lang="en-IN" sz="1000" dirty="0"/>
            </a:p>
          </p:txBody>
        </p:sp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70277935-1BA2-E6E4-E2C8-DE1E2598C2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51372" y="1924547"/>
              <a:ext cx="5014047" cy="210266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AFF51304-E10A-5F72-F317-BBDD0013320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63646" y="4912481"/>
              <a:ext cx="558545" cy="1543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chemeClr val="tx1"/>
                  </a:solidFill>
                </a:rPr>
                <a:t>NLU</a:t>
              </a:r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FA851C97-A8FB-3CCF-D52F-556C68118C4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05832" y="4577909"/>
              <a:ext cx="558545" cy="1543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chemeClr val="tx1"/>
                  </a:solidFill>
                </a:rPr>
                <a:t>NLU</a:t>
              </a:r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47C0CC5C-513C-297E-D438-1375A639A0C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8488" y="5051440"/>
              <a:ext cx="566734" cy="46256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800" dirty="0">
                  <a:solidFill>
                    <a:schemeClr val="tx1"/>
                  </a:solidFill>
                </a:rPr>
                <a:t>Visit required website</a:t>
              </a:r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3794D3F4-1430-A0FB-A6D8-404ECF95D19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8440" y="4156163"/>
              <a:ext cx="1085937" cy="1543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chemeClr val="tx1"/>
                  </a:solidFill>
                </a:rPr>
                <a:t>Check claim</a:t>
              </a:r>
            </a:p>
          </p:txBody>
        </p:sp>
        <p:cxnSp>
          <p:nvCxnSpPr>
            <p:cNvPr id="309" name="Straight Arrow Connector 308">
              <a:extLst>
                <a:ext uri="{FF2B5EF4-FFF2-40B4-BE49-F238E27FC236}">
                  <a16:creationId xmlns:a16="http://schemas.microsoft.com/office/drawing/2014/main" id="{466C0E86-217B-74B9-20E5-648BCF6D4BE4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621702" y="4330246"/>
              <a:ext cx="0" cy="70896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11" name="Straight Arrow Connector 310">
              <a:extLst>
                <a:ext uri="{FF2B5EF4-FFF2-40B4-BE49-F238E27FC236}">
                  <a16:creationId xmlns:a16="http://schemas.microsoft.com/office/drawing/2014/main" id="{678E63D4-6299-1192-BCF8-FF4D5D745CB7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100681" y="4310464"/>
              <a:ext cx="0" cy="26584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F19490F0-93F7-C430-FF47-8418FD0D0D7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0257" y="4075486"/>
              <a:ext cx="1361164" cy="53993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Generate Response</a:t>
              </a:r>
            </a:p>
          </p:txBody>
        </p: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172D1BB5-5D9F-4586-82E9-22BC743BC61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166342" y="4795458"/>
              <a:ext cx="140208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18" name="Straight Arrow Connector 317">
              <a:extLst>
                <a:ext uri="{FF2B5EF4-FFF2-40B4-BE49-F238E27FC236}">
                  <a16:creationId xmlns:a16="http://schemas.microsoft.com/office/drawing/2014/main" id="{3EB03B33-062B-4641-BD80-6C072CB0C38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2568013" y="4619232"/>
              <a:ext cx="0" cy="18377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71C5BF35-E21D-083A-10EF-B0E9A3A3B45D}"/>
                </a:ext>
              </a:extLst>
            </p:cNvPr>
            <p:cNvCxnSpPr>
              <a:cxnSpLocks noGrp="1" noRot="1" noMove="1" noResize="1" noEditPoints="1" noAdjustHandles="1" noChangeArrowheads="1" noChangeShapeType="1"/>
              <a:endCxn id="301" idx="0"/>
            </p:cNvCxnSpPr>
            <p:nvPr/>
          </p:nvCxnSpPr>
          <p:spPr>
            <a:xfrm>
              <a:off x="2042919" y="4802003"/>
              <a:ext cx="0" cy="110478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5BE030BB-EC8E-11AC-1472-F124AAA1400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172539" y="4733166"/>
              <a:ext cx="0" cy="66932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26" name="Rectangle 325">
              <a:extLst>
                <a:ext uri="{FF2B5EF4-FFF2-40B4-BE49-F238E27FC236}">
                  <a16:creationId xmlns:a16="http://schemas.microsoft.com/office/drawing/2014/main" id="{5AE14161-539C-C57C-0803-63988401062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0826" y="2533766"/>
              <a:ext cx="2116829" cy="84514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InfoLens AI-Powered Application</a:t>
              </a:r>
            </a:p>
          </p:txBody>
        </p: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36CB80CA-44C2-0E95-0432-330E9610D00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2097883" y="2225040"/>
              <a:ext cx="0" cy="308726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F11FE417-637E-1812-0917-81F7C23A426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2105503" y="3378910"/>
              <a:ext cx="0" cy="32441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3" name="Straight Arrow Connector 332">
              <a:extLst>
                <a:ext uri="{FF2B5EF4-FFF2-40B4-BE49-F238E27FC236}">
                  <a16:creationId xmlns:a16="http://schemas.microsoft.com/office/drawing/2014/main" id="{96C9D999-C80C-C2E8-C32B-DE28CBC33A78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105503" y="3698093"/>
              <a:ext cx="65289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5" name="Straight Arrow Connector 334">
              <a:extLst>
                <a:ext uri="{FF2B5EF4-FFF2-40B4-BE49-F238E27FC236}">
                  <a16:creationId xmlns:a16="http://schemas.microsoft.com/office/drawing/2014/main" id="{4ED6D509-2908-89E1-ABB0-3F23532CA28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094073" y="2232660"/>
              <a:ext cx="5555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A6E7433A-6CC2-9475-CA23-DD257085BFA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88878" y="1999465"/>
              <a:ext cx="1636119" cy="86278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Misinformation Detection AI Chatbot</a:t>
              </a:r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5DAEEE9D-2A80-DFB3-6A63-73F0F35A678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76546" y="3063321"/>
              <a:ext cx="1361164" cy="86278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Spam Call Detection Tool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2642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3ED76-535B-FE10-B490-858F2FECD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119" y="381664"/>
            <a:ext cx="10515600" cy="265573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/>
              <a:t>Technologies to be used in the solution</a:t>
            </a:r>
            <a:br>
              <a:rPr lang="en-IN" sz="4000" b="1" dirty="0"/>
            </a:br>
            <a:br>
              <a:rPr lang="en-IN" b="1" dirty="0"/>
            </a:b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CB9A23-5268-C4E8-8F81-3DE28CA0F3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021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2FE02F-1E51-DD6D-B501-1F4996AEAD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718464"/>
            <a:ext cx="12192000" cy="139536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DDEDB02-3650-85EB-7E05-9C4AF8C7924D}"/>
              </a:ext>
            </a:extLst>
          </p:cNvPr>
          <p:cNvCxnSpPr>
            <a:cxnSpLocks/>
          </p:cNvCxnSpPr>
          <p:nvPr/>
        </p:nvCxnSpPr>
        <p:spPr>
          <a:xfrm>
            <a:off x="6082666" y="1709532"/>
            <a:ext cx="20954" cy="347081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A03F5F9-06F9-B240-7B19-CF65877C6DD8}"/>
              </a:ext>
            </a:extLst>
          </p:cNvPr>
          <p:cNvCxnSpPr>
            <a:cxnSpLocks/>
          </p:cNvCxnSpPr>
          <p:nvPr/>
        </p:nvCxnSpPr>
        <p:spPr>
          <a:xfrm flipH="1">
            <a:off x="6103620" y="3370434"/>
            <a:ext cx="957786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7830B69-8398-EDB9-1B58-44769B94F173}"/>
              </a:ext>
            </a:extLst>
          </p:cNvPr>
          <p:cNvCxnSpPr>
            <a:cxnSpLocks/>
          </p:cNvCxnSpPr>
          <p:nvPr/>
        </p:nvCxnSpPr>
        <p:spPr>
          <a:xfrm flipH="1">
            <a:off x="5124880" y="2585762"/>
            <a:ext cx="957786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1300256-5D53-0E80-2C7B-DAC3F32EBEAE}"/>
              </a:ext>
            </a:extLst>
          </p:cNvPr>
          <p:cNvCxnSpPr>
            <a:cxnSpLocks/>
          </p:cNvCxnSpPr>
          <p:nvPr/>
        </p:nvCxnSpPr>
        <p:spPr>
          <a:xfrm flipH="1">
            <a:off x="5120186" y="4294910"/>
            <a:ext cx="957786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663A939-9DA6-A08A-DC48-ECF028B749C3}"/>
              </a:ext>
            </a:extLst>
          </p:cNvPr>
          <p:cNvCxnSpPr>
            <a:cxnSpLocks/>
          </p:cNvCxnSpPr>
          <p:nvPr/>
        </p:nvCxnSpPr>
        <p:spPr>
          <a:xfrm flipH="1">
            <a:off x="6101715" y="5151767"/>
            <a:ext cx="957786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0B2B12E-454F-EBE6-3804-3C5E959AF35A}"/>
              </a:ext>
            </a:extLst>
          </p:cNvPr>
          <p:cNvSpPr txBox="1"/>
          <p:nvPr/>
        </p:nvSpPr>
        <p:spPr>
          <a:xfrm>
            <a:off x="1513867" y="2369281"/>
            <a:ext cx="381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AI &amp; Machine Learning Technologies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7485C7-7B10-E2F1-824E-BBF8778134DC}"/>
              </a:ext>
            </a:extLst>
          </p:cNvPr>
          <p:cNvSpPr txBox="1"/>
          <p:nvPr/>
        </p:nvSpPr>
        <p:spPr>
          <a:xfrm>
            <a:off x="1513867" y="4092069"/>
            <a:ext cx="381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Detection &amp; Verification Techniques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E67FECD-7733-5E51-7944-0F19BB1030AF}"/>
              </a:ext>
            </a:extLst>
          </p:cNvPr>
          <p:cNvSpPr txBox="1"/>
          <p:nvPr/>
        </p:nvSpPr>
        <p:spPr>
          <a:xfrm>
            <a:off x="7082360" y="3181623"/>
            <a:ext cx="2187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Multimedia Analysis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F2C4DF0-F379-585E-F75B-B28A051C7681}"/>
              </a:ext>
            </a:extLst>
          </p:cNvPr>
          <p:cNvSpPr txBox="1"/>
          <p:nvPr/>
        </p:nvSpPr>
        <p:spPr>
          <a:xfrm>
            <a:off x="7078550" y="4967101"/>
            <a:ext cx="3098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Data Sources &amp; Infrastructure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87D11E2-197C-1BDE-A974-8832D174ACBC}"/>
              </a:ext>
            </a:extLst>
          </p:cNvPr>
          <p:cNvSpPr/>
          <p:nvPr/>
        </p:nvSpPr>
        <p:spPr>
          <a:xfrm>
            <a:off x="972074" y="2282221"/>
            <a:ext cx="4154711" cy="5770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8592608-B482-6793-A210-934FCD3EBCD0}"/>
              </a:ext>
            </a:extLst>
          </p:cNvPr>
          <p:cNvSpPr/>
          <p:nvPr/>
        </p:nvSpPr>
        <p:spPr>
          <a:xfrm>
            <a:off x="7060261" y="4851810"/>
            <a:ext cx="3460419" cy="5770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1AC3637-5FB8-F305-9B74-0A9A13BA206C}"/>
              </a:ext>
            </a:extLst>
          </p:cNvPr>
          <p:cNvSpPr/>
          <p:nvPr/>
        </p:nvSpPr>
        <p:spPr>
          <a:xfrm>
            <a:off x="1040745" y="3987676"/>
            <a:ext cx="4080941" cy="5770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79F0C79-B003-05D1-3B1F-0143DC7D3872}"/>
              </a:ext>
            </a:extLst>
          </p:cNvPr>
          <p:cNvSpPr/>
          <p:nvPr/>
        </p:nvSpPr>
        <p:spPr>
          <a:xfrm>
            <a:off x="7059501" y="3068261"/>
            <a:ext cx="2688385" cy="5770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086004BE-5BE4-3A9E-AD2A-652F57FEBA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734" y="2352592"/>
            <a:ext cx="434609" cy="434609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E36A65D0-D87C-D8AE-7596-B5F9402E26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4058" y="4120644"/>
            <a:ext cx="319809" cy="319809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EDACBE3B-DDEF-C340-0835-A32F10284A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9939" y="3181623"/>
            <a:ext cx="369332" cy="369332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9FC96D62-F738-3FDE-ABB2-4FF801E21E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69709" y="4963952"/>
            <a:ext cx="352740" cy="352740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7050F769-CA61-956D-447D-1F9F29514B6A}"/>
              </a:ext>
            </a:extLst>
          </p:cNvPr>
          <p:cNvSpPr/>
          <p:nvPr/>
        </p:nvSpPr>
        <p:spPr>
          <a:xfrm>
            <a:off x="1101000" y="3095302"/>
            <a:ext cx="3235609" cy="382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2F2EA4B-F4C4-40AC-2D98-E0AF87CC2342}"/>
              </a:ext>
            </a:extLst>
          </p:cNvPr>
          <p:cNvSpPr txBox="1"/>
          <p:nvPr/>
        </p:nvSpPr>
        <p:spPr>
          <a:xfrm>
            <a:off x="1160897" y="3153677"/>
            <a:ext cx="32054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NLP , Transformer Models , GANs , CNNs , RNNs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7ACB7AD-A35D-57F8-6CB6-A8FB293689DD}"/>
              </a:ext>
            </a:extLst>
          </p:cNvPr>
          <p:cNvSpPr txBox="1"/>
          <p:nvPr/>
        </p:nvSpPr>
        <p:spPr>
          <a:xfrm>
            <a:off x="1504419" y="4837407"/>
            <a:ext cx="29925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Fact-Checking APIs , Knowledge Graphs , NER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F0B2199-29CB-FA25-A565-467979F9D7B4}"/>
              </a:ext>
            </a:extLst>
          </p:cNvPr>
          <p:cNvSpPr/>
          <p:nvPr/>
        </p:nvSpPr>
        <p:spPr>
          <a:xfrm>
            <a:off x="1388452" y="4780918"/>
            <a:ext cx="3235609" cy="382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B740137-E58E-5C4D-F937-21558B1BDE92}"/>
              </a:ext>
            </a:extLst>
          </p:cNvPr>
          <p:cNvSpPr/>
          <p:nvPr/>
        </p:nvSpPr>
        <p:spPr>
          <a:xfrm>
            <a:off x="7676870" y="4107590"/>
            <a:ext cx="2304200" cy="4845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69361D3-2B2A-4B8A-CCE9-F6FC720B7BC6}"/>
              </a:ext>
            </a:extLst>
          </p:cNvPr>
          <p:cNvSpPr/>
          <p:nvPr/>
        </p:nvSpPr>
        <p:spPr>
          <a:xfrm>
            <a:off x="7157775" y="2244515"/>
            <a:ext cx="2428187" cy="4616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D7CEAAB-FDD8-B176-23E7-C272E33C49DD}"/>
              </a:ext>
            </a:extLst>
          </p:cNvPr>
          <p:cNvSpPr txBox="1"/>
          <p:nvPr/>
        </p:nvSpPr>
        <p:spPr>
          <a:xfrm>
            <a:off x="7184863" y="2236737"/>
            <a:ext cx="2508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Audio-Visual Synchronization Tools , Texture &amp; Lighting Analysis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687583D-6F0E-6A4D-30B2-F3FDB3F04293}"/>
              </a:ext>
            </a:extLst>
          </p:cNvPr>
          <p:cNvSpPr txBox="1"/>
          <p:nvPr/>
        </p:nvSpPr>
        <p:spPr>
          <a:xfrm>
            <a:off x="7719542" y="4120644"/>
            <a:ext cx="2297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Web crawlers , Cloud Computing Platforms , Big Data Frameworks 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7A09C4C4-4A85-0FC0-F634-00839072F6D0}"/>
              </a:ext>
            </a:extLst>
          </p:cNvPr>
          <p:cNvCxnSpPr>
            <a:cxnSpLocks/>
          </p:cNvCxnSpPr>
          <p:nvPr/>
        </p:nvCxnSpPr>
        <p:spPr>
          <a:xfrm>
            <a:off x="10520680" y="5151767"/>
            <a:ext cx="450215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9730455-AF1E-47E9-FEC6-596F306173C1}"/>
              </a:ext>
            </a:extLst>
          </p:cNvPr>
          <p:cNvCxnSpPr>
            <a:cxnSpLocks/>
          </p:cNvCxnSpPr>
          <p:nvPr/>
        </p:nvCxnSpPr>
        <p:spPr>
          <a:xfrm>
            <a:off x="499205" y="2585762"/>
            <a:ext cx="472869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A9532077-B528-2B95-83A5-38084CC25E24}"/>
              </a:ext>
            </a:extLst>
          </p:cNvPr>
          <p:cNvCxnSpPr>
            <a:cxnSpLocks/>
          </p:cNvCxnSpPr>
          <p:nvPr/>
        </p:nvCxnSpPr>
        <p:spPr>
          <a:xfrm>
            <a:off x="508174" y="4276188"/>
            <a:ext cx="532571" cy="327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B519120B-999E-8BEF-DF50-CAD395F51EAD}"/>
              </a:ext>
            </a:extLst>
          </p:cNvPr>
          <p:cNvCxnSpPr>
            <a:cxnSpLocks/>
          </p:cNvCxnSpPr>
          <p:nvPr/>
        </p:nvCxnSpPr>
        <p:spPr>
          <a:xfrm>
            <a:off x="9747886" y="3356773"/>
            <a:ext cx="621029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744441CF-C656-9B19-5202-E0F4F9513AC2}"/>
              </a:ext>
            </a:extLst>
          </p:cNvPr>
          <p:cNvCxnSpPr>
            <a:cxnSpLocks/>
          </p:cNvCxnSpPr>
          <p:nvPr/>
        </p:nvCxnSpPr>
        <p:spPr>
          <a:xfrm>
            <a:off x="10959465" y="4349857"/>
            <a:ext cx="0" cy="80616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6DA68E02-DCF1-8B08-8979-7EEF20B1C99C}"/>
              </a:ext>
            </a:extLst>
          </p:cNvPr>
          <p:cNvCxnSpPr>
            <a:cxnSpLocks/>
          </p:cNvCxnSpPr>
          <p:nvPr/>
        </p:nvCxnSpPr>
        <p:spPr>
          <a:xfrm flipH="1">
            <a:off x="10029520" y="4349857"/>
            <a:ext cx="93756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F0E140B2-FA06-AE6E-C556-529AF12977D8}"/>
              </a:ext>
            </a:extLst>
          </p:cNvPr>
          <p:cNvCxnSpPr>
            <a:cxnSpLocks/>
          </p:cNvCxnSpPr>
          <p:nvPr/>
        </p:nvCxnSpPr>
        <p:spPr>
          <a:xfrm>
            <a:off x="10368915" y="2456307"/>
            <a:ext cx="0" cy="92062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3F22D6C-24D2-D842-0BFA-2B6924FA24A3}"/>
              </a:ext>
            </a:extLst>
          </p:cNvPr>
          <p:cNvCxnSpPr/>
          <p:nvPr/>
        </p:nvCxnSpPr>
        <p:spPr>
          <a:xfrm flipH="1">
            <a:off x="9658744" y="2460744"/>
            <a:ext cx="71626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FCA8203F-BBFD-AAEF-9CE3-C9215D8E7A3E}"/>
              </a:ext>
            </a:extLst>
          </p:cNvPr>
          <p:cNvCxnSpPr>
            <a:cxnSpLocks/>
          </p:cNvCxnSpPr>
          <p:nvPr/>
        </p:nvCxnSpPr>
        <p:spPr>
          <a:xfrm>
            <a:off x="502459" y="3296753"/>
            <a:ext cx="5511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3C339F1-3380-F5BD-4BE8-25DCC7B75E31}"/>
              </a:ext>
            </a:extLst>
          </p:cNvPr>
          <p:cNvCxnSpPr>
            <a:cxnSpLocks/>
          </p:cNvCxnSpPr>
          <p:nvPr/>
        </p:nvCxnSpPr>
        <p:spPr>
          <a:xfrm>
            <a:off x="508174" y="2578142"/>
            <a:ext cx="0" cy="729487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29567240-1645-F0CF-A255-8A42C04C06D8}"/>
              </a:ext>
            </a:extLst>
          </p:cNvPr>
          <p:cNvCxnSpPr>
            <a:cxnSpLocks/>
          </p:cNvCxnSpPr>
          <p:nvPr/>
        </p:nvCxnSpPr>
        <p:spPr>
          <a:xfrm>
            <a:off x="517699" y="4278984"/>
            <a:ext cx="0" cy="69311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902FF7FC-9BB9-682F-ED1F-91497BD04C75}"/>
              </a:ext>
            </a:extLst>
          </p:cNvPr>
          <p:cNvCxnSpPr>
            <a:cxnSpLocks/>
          </p:cNvCxnSpPr>
          <p:nvPr/>
        </p:nvCxnSpPr>
        <p:spPr>
          <a:xfrm>
            <a:off x="508174" y="4975104"/>
            <a:ext cx="84578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4978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ball with white text">
            <a:extLst>
              <a:ext uri="{FF2B5EF4-FFF2-40B4-BE49-F238E27FC236}">
                <a16:creationId xmlns:a16="http://schemas.microsoft.com/office/drawing/2014/main" id="{5F5D5B00-FEB1-850F-DB40-59DBB333F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214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GEN AI EXCHANGE HACKATHON</Template>
  <TotalTime>73</TotalTime>
  <Words>510</Words>
  <Application>Microsoft Office PowerPoint</Application>
  <PresentationFormat>Widescreen</PresentationFormat>
  <Paragraphs>105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.</vt:lpstr>
      <vt:lpstr>Brief about the prototype</vt:lpstr>
      <vt:lpstr>Opportunity should be able to explain the following </vt:lpstr>
      <vt:lpstr> </vt:lpstr>
      <vt:lpstr>Process flow diagram</vt:lpstr>
      <vt:lpstr>Technologies to be used in the solution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Jaymeen Vaghela</dc:creator>
  <cp:lastModifiedBy>Jaymeen Vaghela</cp:lastModifiedBy>
  <cp:revision>1</cp:revision>
  <dcterms:created xsi:type="dcterms:W3CDTF">2025-09-21T12:35:48Z</dcterms:created>
  <dcterms:modified xsi:type="dcterms:W3CDTF">2026-01-02T18:55:15Z</dcterms:modified>
</cp:coreProperties>
</file>